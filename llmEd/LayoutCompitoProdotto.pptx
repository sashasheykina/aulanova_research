
<file path=[Content_Types].xml><?xml version="1.0" encoding="utf-8"?>
<Types xmlns="http://schemas.openxmlformats.org/package/2006/content-types"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"/>
  </p:notesMasterIdLst>
  <p:sldIdLst>
    <p:sldId id="321" r:id="rId2"/>
  </p:sldIdLst>
  <p:sldSz cx="9144000" cy="5143500" type="screen16x9"/>
  <p:notesSz cx="6858000" cy="9144000"/>
  <p:embeddedFontLst>
    <p:embeddedFont>
      <p:font typeface="IBM Plex Mono" charset="0"/>
      <p:regular r:id="rId4"/>
      <p:bold r:id="rId5"/>
      <p:italic r:id="rId6"/>
      <p:boldItalic r:id="rId7"/>
    </p:embeddedFont>
    <p:embeddedFont>
      <p:font typeface="Poppins" charset="0"/>
      <p:regular r:id="rId8"/>
      <p:bold r:id="rId9"/>
      <p:italic r:id="rId10"/>
      <p:boldItalic r:id="rId11"/>
    </p:embeddedFont>
    <p:embeddedFont>
      <p:font typeface="Open Sans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8C4401-5542-4C62-A921-B47E95205850}">
  <a:tblStyle styleId="{F18C4401-5542-4C62-A921-B47E952058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1348" autoAdjust="0"/>
    <p:restoredTop sz="86418"/>
  </p:normalViewPr>
  <p:slideViewPr>
    <p:cSldViewPr snapToGrid="0" snapToObjects="1">
      <p:cViewPr varScale="1">
        <p:scale>
          <a:sx n="80" d="100"/>
          <a:sy n="80" d="100"/>
        </p:scale>
        <p:origin x="-270" y="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3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24ed99bf1a4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24ed99bf1a4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522024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>
            <a:spLocks noGrp="1"/>
          </p:cNvSpPr>
          <p:nvPr>
            <p:ph type="title"/>
          </p:nvPr>
        </p:nvSpPr>
        <p:spPr>
          <a:xfrm>
            <a:off x="720000" y="919750"/>
            <a:ext cx="3145200" cy="14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9"/>
          <p:cNvSpPr txBox="1">
            <a:spLocks noGrp="1"/>
          </p:cNvSpPr>
          <p:nvPr>
            <p:ph type="subTitle" idx="1"/>
          </p:nvPr>
        </p:nvSpPr>
        <p:spPr>
          <a:xfrm>
            <a:off x="720000" y="2628350"/>
            <a:ext cx="3145200" cy="15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9"/>
          <p:cNvSpPr>
            <a:spLocks noGrp="1"/>
          </p:cNvSpPr>
          <p:nvPr>
            <p:ph type="pic" idx="2"/>
          </p:nvPr>
        </p:nvSpPr>
        <p:spPr>
          <a:xfrm>
            <a:off x="4135800" y="539500"/>
            <a:ext cx="4295100" cy="40692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8" r:id="rId2"/>
    <p:sldLayoutId id="2147483676" r:id="rId3"/>
    <p:sldLayoutId id="214748367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4" name="Google Shape;1844;p46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5" name="Google Shape;1845;p46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6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CasellaDiTesto 13">
            <a:extLst>
              <a:ext uri="{FF2B5EF4-FFF2-40B4-BE49-F238E27FC236}">
                <a16:creationId xmlns="" xmlns:a16="http://schemas.microsoft.com/office/drawing/2014/main" id="{78F2DB68-02E5-FF4E-8DD7-F230BE887D78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13" name="Google Shape;1842;p46">
            <a:extLst>
              <a:ext uri="{FF2B5EF4-FFF2-40B4-BE49-F238E27FC236}">
                <a16:creationId xmlns="" xmlns:a16="http://schemas.microsoft.com/office/drawing/2014/main" id="{2D650376-B8C4-444D-B305-F6037199A00F}"/>
              </a:ext>
            </a:extLst>
          </p:cNvPr>
          <p:cNvSpPr txBox="1">
            <a:spLocks/>
          </p:cNvSpPr>
          <p:nvPr/>
        </p:nvSpPr>
        <p:spPr>
          <a:xfrm>
            <a:off x="720000" y="305041"/>
            <a:ext cx="6439625" cy="583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rPr lang="it-IT" dirty="0" smtClean="0"/>
              <a:t>COMPITO - PRODOTTO</a:t>
            </a:r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="" xmlns:a16="http://schemas.microsoft.com/office/drawing/2014/main" id="{9F0F1288-7C7A-2B4B-8B41-99608E202705}"/>
              </a:ext>
            </a:extLst>
          </p:cNvPr>
          <p:cNvSpPr txBox="1"/>
          <p:nvPr/>
        </p:nvSpPr>
        <p:spPr>
          <a:xfrm>
            <a:off x="394223" y="1458392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smtClean="0"/>
              <a:t>Modalità: </a:t>
            </a:r>
            <a:endParaRPr lang="it-IT" dirty="0"/>
          </a:p>
        </p:txBody>
      </p:sp>
      <p:sp>
        <p:nvSpPr>
          <p:cNvPr id="18" name="CasellaDiTesto 17">
            <a:extLst>
              <a:ext uri="{FF2B5EF4-FFF2-40B4-BE49-F238E27FC236}">
                <a16:creationId xmlns="" xmlns:a16="http://schemas.microsoft.com/office/drawing/2014/main" id="{65AFB7E8-CAC4-B04F-943E-1D021706CB1C}"/>
              </a:ext>
            </a:extLst>
          </p:cNvPr>
          <p:cNvSpPr txBox="1"/>
          <p:nvPr/>
        </p:nvSpPr>
        <p:spPr>
          <a:xfrm>
            <a:off x="1429077" y="1458392"/>
            <a:ext cx="59184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smtClean="0"/>
              <a:t>&lt;#cp.modalita</a:t>
            </a:r>
            <a:r>
              <a:rPr lang="it-IT" dirty="0" smtClean="0"/>
              <a:t>#&gt;</a:t>
            </a:r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9F0F1288-7C7A-2B4B-8B41-99608E202705}"/>
              </a:ext>
            </a:extLst>
          </p:cNvPr>
          <p:cNvSpPr txBox="1"/>
          <p:nvPr/>
        </p:nvSpPr>
        <p:spPr>
          <a:xfrm>
            <a:off x="394223" y="1802058"/>
            <a:ext cx="19127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smtClean="0"/>
              <a:t>Tempi di consegna: </a:t>
            </a:r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="" xmlns:a16="http://schemas.microsoft.com/office/drawing/2014/main" id="{65AFB7E8-CAC4-B04F-943E-1D021706CB1C}"/>
              </a:ext>
            </a:extLst>
          </p:cNvPr>
          <p:cNvSpPr txBox="1"/>
          <p:nvPr/>
        </p:nvSpPr>
        <p:spPr>
          <a:xfrm>
            <a:off x="2140672" y="1802058"/>
            <a:ext cx="59184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smtClean="0"/>
              <a:t>&lt;#cp.tempi</a:t>
            </a:r>
            <a:r>
              <a:rPr lang="it-IT" dirty="0" smtClean="0"/>
              <a:t>#&gt;</a:t>
            </a:r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="" xmlns:a16="http://schemas.microsoft.com/office/drawing/2014/main" id="{9F0F1288-7C7A-2B4B-8B41-99608E202705}"/>
              </a:ext>
            </a:extLst>
          </p:cNvPr>
          <p:cNvSpPr txBox="1"/>
          <p:nvPr/>
        </p:nvSpPr>
        <p:spPr>
          <a:xfrm>
            <a:off x="395569" y="2109835"/>
            <a:ext cx="1972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smtClean="0"/>
              <a:t>Artefatti consegnati: </a:t>
            </a:r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="" xmlns:a16="http://schemas.microsoft.com/office/drawing/2014/main" id="{65AFB7E8-CAC4-B04F-943E-1D021706CB1C}"/>
              </a:ext>
            </a:extLst>
          </p:cNvPr>
          <p:cNvSpPr txBox="1"/>
          <p:nvPr/>
        </p:nvSpPr>
        <p:spPr>
          <a:xfrm>
            <a:off x="2318801" y="2093480"/>
            <a:ext cx="59184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smtClean="0"/>
              <a:t>&lt;#cp.artefatti_consegnati</a:t>
            </a:r>
            <a:r>
              <a:rPr lang="it-IT" dirty="0" smtClean="0"/>
              <a:t>#&gt;</a:t>
            </a:r>
            <a:endParaRPr lang="it-IT" dirty="0"/>
          </a:p>
        </p:txBody>
      </p:sp>
      <p:sp>
        <p:nvSpPr>
          <p:cNvPr id="20" name="CasellaDiTesto 19">
            <a:extLst>
              <a:ext uri="{FF2B5EF4-FFF2-40B4-BE49-F238E27FC236}">
                <a16:creationId xmlns="" xmlns:a16="http://schemas.microsoft.com/office/drawing/2014/main" id="{9F0F1288-7C7A-2B4B-8B41-99608E202705}"/>
              </a:ext>
            </a:extLst>
          </p:cNvPr>
          <p:cNvSpPr txBox="1"/>
          <p:nvPr/>
        </p:nvSpPr>
        <p:spPr>
          <a:xfrm>
            <a:off x="426442" y="2465112"/>
            <a:ext cx="1249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smtClean="0"/>
              <a:t>Descrizione:</a:t>
            </a:r>
            <a:endParaRPr lang="it-IT" dirty="0"/>
          </a:p>
        </p:txBody>
      </p:sp>
      <p:sp>
        <p:nvSpPr>
          <p:cNvPr id="21" name="CasellaDiTesto 20">
            <a:extLst>
              <a:ext uri="{FF2B5EF4-FFF2-40B4-BE49-F238E27FC236}">
                <a16:creationId xmlns="" xmlns:a16="http://schemas.microsoft.com/office/drawing/2014/main" id="{65AFB7E8-CAC4-B04F-943E-1D021706CB1C}"/>
              </a:ext>
            </a:extLst>
          </p:cNvPr>
          <p:cNvSpPr txBox="1"/>
          <p:nvPr/>
        </p:nvSpPr>
        <p:spPr>
          <a:xfrm>
            <a:off x="539057" y="2772889"/>
            <a:ext cx="80943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smtClean="0"/>
              <a:t>&lt;#cp.descrizioneo</a:t>
            </a:r>
            <a:r>
              <a:rPr lang="it-IT" dirty="0" smtClean="0"/>
              <a:t>#&gt;</a:t>
            </a:r>
            <a:endParaRPr lang="it-IT" dirty="0"/>
          </a:p>
        </p:txBody>
      </p:sp>
      <p:sp>
        <p:nvSpPr>
          <p:cNvPr id="22" name="CasellaDiTesto 21">
            <a:extLst>
              <a:ext uri="{FF2B5EF4-FFF2-40B4-BE49-F238E27FC236}">
                <a16:creationId xmlns="" xmlns:a16="http://schemas.microsoft.com/office/drawing/2014/main" id="{9F0F1288-7C7A-2B4B-8B41-99608E202705}"/>
              </a:ext>
            </a:extLst>
          </p:cNvPr>
          <p:cNvSpPr txBox="1"/>
          <p:nvPr/>
        </p:nvSpPr>
        <p:spPr>
          <a:xfrm>
            <a:off x="394223" y="1008408"/>
            <a:ext cx="7793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smtClean="0"/>
              <a:t>Titolo: </a:t>
            </a:r>
            <a:endParaRPr lang="it-IT" dirty="0"/>
          </a:p>
        </p:txBody>
      </p:sp>
      <p:sp>
        <p:nvSpPr>
          <p:cNvPr id="23" name="CasellaDiTesto 22">
            <a:extLst>
              <a:ext uri="{FF2B5EF4-FFF2-40B4-BE49-F238E27FC236}">
                <a16:creationId xmlns="" xmlns:a16="http://schemas.microsoft.com/office/drawing/2014/main" id="{65AFB7E8-CAC4-B04F-943E-1D021706CB1C}"/>
              </a:ext>
            </a:extLst>
          </p:cNvPr>
          <p:cNvSpPr txBox="1"/>
          <p:nvPr/>
        </p:nvSpPr>
        <p:spPr>
          <a:xfrm>
            <a:off x="1173604" y="1008408"/>
            <a:ext cx="59184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smtClean="0"/>
              <a:t>&lt;#cp.compito_prodotto#&gt;</a:t>
            </a:r>
            <a:endParaRPr lang="it-IT" dirty="0"/>
          </a:p>
        </p:txBody>
      </p:sp>
    </p:spTree>
    <p:extLst>
      <p:ext uri="{BB962C8B-B14F-4D97-AF65-F5344CB8AC3E}">
        <p14:creationId xmlns="" xmlns:p14="http://schemas.microsoft.com/office/powerpoint/2010/main" val="812273104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2819</TotalTime>
  <Words>34</Words>
  <Application>Microsoft Macintosh PowerPoint</Application>
  <PresentationFormat>Presentazione su schermo (16:9)</PresentationFormat>
  <Paragraphs>12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Arial</vt:lpstr>
      <vt:lpstr>IBM Plex Mono</vt:lpstr>
      <vt:lpstr>Poppins</vt:lpstr>
      <vt:lpstr>Open Sans</vt:lpstr>
      <vt:lpstr>Introduction to Coding Workshop by Slidesgo</vt:lpstr>
      <vt:lpstr>Diapositiva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&lt;#titolo#&gt;</dc:title>
  <cp:lastModifiedBy>Acer</cp:lastModifiedBy>
  <cp:revision>154</cp:revision>
  <dcterms:modified xsi:type="dcterms:W3CDTF">2025-06-26T10:09:33Z</dcterms:modified>
</cp:coreProperties>
</file>