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4"/>
  </p:notesMasterIdLst>
  <p:sldIdLst>
    <p:sldId id="310" r:id="rId2"/>
    <p:sldId id="311" r:id="rId3"/>
  </p:sldIdLst>
  <p:sldSz cx="9144000" cy="5143500" type="screen16x9"/>
  <p:notesSz cx="6858000" cy="9144000"/>
  <p:embeddedFontLst>
    <p:embeddedFont>
      <p:font typeface="Poppins" charset="0"/>
      <p:regular r:id="rId5"/>
      <p:bold r:id="rId6"/>
      <p:italic r:id="rId7"/>
      <p:boldItalic r:id="rId8"/>
    </p:embeddedFont>
    <p:embeddedFont>
      <p:font typeface="Open Sans" pitchFamily="34" charset="0"/>
      <p:regular r:id="rId9"/>
      <p:bold r:id="rId10"/>
      <p:italic r:id="rId11"/>
      <p:boldItalic r:id="rId12"/>
    </p:embeddedFont>
    <p:embeddedFont>
      <p:font typeface="IBM Plex Mono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099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18C4401-5542-4C62-A921-B47E95205850}">
  <a:tblStyle styleId="{F18C4401-5542-4C62-A921-B47E952058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1354" autoAdjust="0"/>
    <p:restoredTop sz="86351"/>
  </p:normalViewPr>
  <p:slideViewPr>
    <p:cSldViewPr snapToGrid="0" snapToObjects="1">
      <p:cViewPr varScale="1">
        <p:scale>
          <a:sx n="82" d="100"/>
          <a:sy n="82" d="100"/>
        </p:scale>
        <p:origin x="-756" y="-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235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font" Target="fonts/font5.fntdata"/><Relationship Id="rId10" Type="http://schemas.openxmlformats.org/officeDocument/2006/relationships/font" Target="fonts/font6.fntdata"/><Relationship Id="rId11" Type="http://schemas.openxmlformats.org/officeDocument/2006/relationships/font" Target="fonts/font7.fntdata"/><Relationship Id="rId12" Type="http://schemas.openxmlformats.org/officeDocument/2006/relationships/font" Target="fonts/font8.fntdata"/><Relationship Id="rId13" Type="http://schemas.openxmlformats.org/officeDocument/2006/relationships/font" Target="fonts/font9.fntdata"/><Relationship Id="rId14" Type="http://schemas.openxmlformats.org/officeDocument/2006/relationships/font" Target="fonts/font10.fntdata"/><Relationship Id="rId15" Type="http://schemas.openxmlformats.org/officeDocument/2006/relationships/font" Target="fonts/font11.fntdata"/><Relationship Id="rId16" Type="http://schemas.openxmlformats.org/officeDocument/2006/relationships/font" Target="fonts/font12.fntdata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g24ef22aa1ac_0_5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1" name="Google Shape;2121;g24ef22aa1ac_0_5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6079598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g24ef22aa1ac_0_5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1" name="Google Shape;2121;g24ef22aa1ac_0_5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85481488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617" name="Google Shape;617;p16"/>
          <p:cNvGrpSpPr/>
          <p:nvPr/>
        </p:nvGrpSpPr>
        <p:grpSpPr>
          <a:xfrm>
            <a:off x="7810267" y="-622132"/>
            <a:ext cx="2587792" cy="2725916"/>
            <a:chOff x="7810267" y="-622132"/>
            <a:chExt cx="2587792" cy="2725916"/>
          </a:xfrm>
        </p:grpSpPr>
        <p:grpSp>
          <p:nvGrpSpPr>
            <p:cNvPr id="618" name="Google Shape;618;p16"/>
            <p:cNvGrpSpPr/>
            <p:nvPr/>
          </p:nvGrpSpPr>
          <p:grpSpPr>
            <a:xfrm>
              <a:off x="8520988" y="-90875"/>
              <a:ext cx="904666" cy="726121"/>
              <a:chOff x="7945225" y="4302000"/>
              <a:chExt cx="904666" cy="726121"/>
            </a:xfrm>
          </p:grpSpPr>
          <p:sp>
            <p:nvSpPr>
              <p:cNvPr id="619" name="Google Shape;619;p16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16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16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2" name="Google Shape;622;p16"/>
            <p:cNvGrpSpPr/>
            <p:nvPr/>
          </p:nvGrpSpPr>
          <p:grpSpPr>
            <a:xfrm>
              <a:off x="8869019" y="-622132"/>
              <a:ext cx="325154" cy="1788670"/>
              <a:chOff x="8869019" y="-622132"/>
              <a:chExt cx="325154" cy="1788670"/>
            </a:xfrm>
          </p:grpSpPr>
          <p:sp>
            <p:nvSpPr>
              <p:cNvPr id="623" name="Google Shape;623;p16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>
                      <a:alpha val="31360"/>
                    </a:scheme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24" name="Google Shape;624;p16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25" name="Google Shape;625;p1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6" name="Google Shape;626;p1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627" name="Google Shape;627;p16"/>
            <p:cNvSpPr/>
            <p:nvPr/>
          </p:nvSpPr>
          <p:spPr>
            <a:xfrm rot="2700000">
              <a:off x="8482428" y="-422541"/>
              <a:ext cx="981794" cy="2307832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 rot="2700000">
              <a:off x="8744103" y="-213191"/>
              <a:ext cx="981794" cy="2307832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9" name="Google Shape;629;p16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630" name="Google Shape;630;p16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31" name="Google Shape;631;p16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632" name="Google Shape;632;p16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31360"/>
                    </a:schemeClr>
                  </a:gs>
                  <a:gs pos="40000">
                    <a:srgbClr val="FF9900">
                      <a:alpha val="40784"/>
                      <a:alpha val="31360"/>
                    </a:srgb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33" name="Google Shape;633;p16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34" name="Google Shape;634;p1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" name="Google Shape;635;p1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636" name="Google Shape;636;p16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637" name="Google Shape;637;p16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16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640" name="Google Shape;640;p16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1" name="Google Shape;641;p16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42" name="Google Shape;642;p16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643" name="Google Shape;643;p16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44" name="Google Shape;644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5" name="Google Shape;645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6" name="Google Shape;646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7" name="Google Shape;647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8" name="Google Shape;648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9" name="Google Shape;649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0" name="Google Shape;650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51" name="Google Shape;651;p16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52" name="Google Shape;652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3" name="Google Shape;653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4" name="Google Shape;654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5" name="Google Shape;655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6" name="Google Shape;656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7" name="Google Shape;657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8" name="Google Shape;658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59" name="Google Shape;659;p16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660" name="Google Shape;660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1" name="Google Shape;661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2" name="Google Shape;662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3" name="Google Shape;663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4" name="Google Shape;664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5" name="Google Shape;665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6" name="Google Shape;666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67" name="Google Shape;667;p16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668" name="Google Shape;668;p1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69" name="Google Shape;669;p1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70" name="Google Shape;670;p1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0" name="Google Shape;1340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1" name="Google Shape;1341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2" name="Google Shape;1342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6" name="Google Shape;1346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7" name="Google Shape;1347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48" name="Google Shape;1348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9" name="Google Shape;1349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0" name="Google Shape;1350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51" name="Google Shape;1351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2" name="Google Shape;1352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3" name="Google Shape;1353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54" name="Google Shape;1354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6" name="Google Shape;1356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57" name="Google Shape;1357;p3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30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9" name="Google Shape;1359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60" name="Google Shape;1360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7" name="Google Shape;1367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8" name="Google Shape;1368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5" name="Google Shape;1375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6" name="Google Shape;1376;p30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0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9" name="Google Shape;1379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80" name="Google Shape;1380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1" name="Google Shape;1381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2" name="Google Shape;1382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83" name="Google Shape;1383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4" name="Google Shape;1384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5" name="Google Shape;1385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386" name="Google Shape;1386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7" name="Google Shape;1387;p31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1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90" name="Google Shape;1390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1" name="Google Shape;1391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2" name="Google Shape;1392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3" name="Google Shape;1393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4" name="Google Shape;1394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0" name="Google Shape;1400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1" name="Google Shape;1401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2" name="Google Shape;1402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8" name="Google Shape;1408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9" name="Google Shape;1409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10" name="Google Shape;1410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6" name="Google Shape;1416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17" name="Google Shape;1417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8" name="Google Shape;1418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19" name="Google Shape;1419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20" name="Google Shape;1420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62" r:id="rId2"/>
    <p:sldLayoutId id="2147483676" r:id="rId3"/>
    <p:sldLayoutId id="214748367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  <a:r>
              <a:rPr lang="it-IT"/>
              <a:t>{##</a:t>
            </a:r>
            <a:r>
              <a:rPr lang="it-IT" smtClean="0"/>
              <a:t>fasi.1.lista_attivita</a:t>
            </a:r>
            <a:r>
              <a:rPr lang="it-IT" dirty="0"/>
              <a:t>##}</a:t>
            </a: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365513"/>
            <a:ext cx="9144000" cy="6933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it-IT" sz="4000" dirty="0"/>
              <a:t>&lt;#$$</a:t>
            </a:r>
            <a:r>
              <a:rPr lang="it-IT" sz="4000" dirty="0" err="1"/>
              <a:t>LISTA.attivita</a:t>
            </a:r>
            <a:r>
              <a:rPr lang="it-IT" sz="4000" dirty="0"/>
              <a:t>#&gt;</a:t>
            </a:r>
            <a:endParaRPr sz="40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 b="1" dirty="0" err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" sz="3000" b="1" dirty="0" err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ase</a:t>
            </a:r>
            <a:r>
              <a:rPr lang="en" sz="3000" b="1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it-IT" sz="2000" b="1" dirty="0" smtClean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7489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843;p46">
            <a:extLst>
              <a:ext uri="{FF2B5EF4-FFF2-40B4-BE49-F238E27FC236}">
                <a16:creationId xmlns="" xmlns:a16="http://schemas.microsoft.com/office/drawing/2014/main" id="{F07154FF-19DC-654F-B656-3843C6217267}"/>
              </a:ext>
            </a:extLst>
          </p:cNvPr>
          <p:cNvSpPr txBox="1">
            <a:spLocks/>
          </p:cNvSpPr>
          <p:nvPr/>
        </p:nvSpPr>
        <p:spPr>
          <a:xfrm>
            <a:off x="805723" y="14995"/>
            <a:ext cx="3994877" cy="35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None/>
            </a:pPr>
            <a:r>
              <a:rPr lang="it-IT" dirty="0"/>
              <a:t>{#</a:t>
            </a:r>
            <a:r>
              <a:rPr lang="it-IT" dirty="0" err="1"/>
              <a:t>sub_attivita</a:t>
            </a:r>
            <a:r>
              <a:rPr lang="it-IT" dirty="0"/>
              <a:t>#}</a:t>
            </a:r>
          </a:p>
        </p:txBody>
      </p:sp>
      <p:sp>
        <p:nvSpPr>
          <p:cNvPr id="9" name="Google Shape;2123;p54">
            <a:extLst>
              <a:ext uri="{FF2B5EF4-FFF2-40B4-BE49-F238E27FC236}">
                <a16:creationId xmlns="" xmlns:a16="http://schemas.microsoft.com/office/drawing/2014/main" id="{6D316318-DCFF-1A46-8650-04A00C7F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75" y="12139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sz="2800" dirty="0"/>
              <a:t>&lt;#$$</a:t>
            </a:r>
            <a:r>
              <a:rPr lang="it-IT" sz="2800" dirty="0" err="1"/>
              <a:t>LISTA.sub_att</a:t>
            </a:r>
            <a:r>
              <a:rPr lang="it-IT" sz="2800" dirty="0"/>
              <a:t>#&gt;</a:t>
            </a:r>
            <a:endParaRPr sz="2800" dirty="0"/>
          </a:p>
        </p:txBody>
      </p:sp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94A99F5-A186-5446-B644-3C858C50F427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  <p:sp>
        <p:nvSpPr>
          <p:cNvPr id="11" name="Google Shape;2126;p54">
            <a:extLst>
              <a:ext uri="{FF2B5EF4-FFF2-40B4-BE49-F238E27FC236}">
                <a16:creationId xmlns="" xmlns:a16="http://schemas.microsoft.com/office/drawing/2014/main" id="{9BE54F84-EDDF-D94C-9E9F-E0D3765D0614}"/>
              </a:ext>
            </a:extLst>
          </p:cNvPr>
          <p:cNvSpPr txBox="1"/>
          <p:nvPr/>
        </p:nvSpPr>
        <p:spPr>
          <a:xfrm>
            <a:off x="782975" y="505134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 b="1" dirty="0" err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" sz="3000" b="1" dirty="0" err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ase</a:t>
            </a:r>
            <a:r>
              <a:rPr lang="en" sz="3000" b="1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2128;p54">
            <a:extLst>
              <a:ext uri="{FF2B5EF4-FFF2-40B4-BE49-F238E27FC236}">
                <a16:creationId xmlns="" xmlns:a16="http://schemas.microsoft.com/office/drawing/2014/main" id="{E251C6FE-970D-3E48-980B-E03C5DAB4CC7}"/>
              </a:ext>
            </a:extLst>
          </p:cNvPr>
          <p:cNvSpPr txBox="1"/>
          <p:nvPr/>
        </p:nvSpPr>
        <p:spPr>
          <a:xfrm>
            <a:off x="2212497" y="505134"/>
            <a:ext cx="598124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it-IT" sz="2000" b="1" smtClean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Nucleo Centrale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886548" y="196435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&lt;#$$</a:t>
            </a:r>
            <a:r>
              <a:rPr lang="it-IT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LISTA.esposizione</a:t>
            </a:r>
            <a:r>
              <a:rPr lang="it-IT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#&gt;</a:t>
            </a:r>
          </a:p>
        </p:txBody>
      </p:sp>
      <p:sp>
        <p:nvSpPr>
          <p:cNvPr id="8" name="Google Shape;2124;p54">
            <a:extLst>
              <a:ext uri="{FF2B5EF4-FFF2-40B4-BE49-F238E27FC236}">
                <a16:creationId xmlns="" xmlns:a16="http://schemas.microsoft.com/office/drawing/2014/main" id="{9C8C0687-2F14-794D-BA8D-B289258ED646}"/>
              </a:ext>
            </a:extLst>
          </p:cNvPr>
          <p:cNvSpPr txBox="1"/>
          <p:nvPr/>
        </p:nvSpPr>
        <p:spPr>
          <a:xfrm>
            <a:off x="909698" y="3349809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&lt;#$$</a:t>
            </a:r>
            <a:r>
              <a:rPr lang="it-IT" dirty="0" smtClean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LISTA.esempio#&gt;</a:t>
            </a:r>
            <a:endParaRPr lang="it-IT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45712440"/>
      </p:ext>
    </p:extLst>
  </p:cSld>
  <p:clrMapOvr>
    <a:masterClrMapping/>
  </p:clrMapOvr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2969</TotalTime>
  <Words>34</Words>
  <Application>Microsoft Macintosh PowerPoint</Application>
  <PresentationFormat>Presentazione su schermo (16:9)</PresentationFormat>
  <Paragraphs>12</Paragraphs>
  <Slides>2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7" baseType="lpstr">
      <vt:lpstr>Arial</vt:lpstr>
      <vt:lpstr>Poppins</vt:lpstr>
      <vt:lpstr>Open Sans</vt:lpstr>
      <vt:lpstr>IBM Plex Mono</vt:lpstr>
      <vt:lpstr>Introduction to Coding Workshop by Slidesgo</vt:lpstr>
      <vt:lpstr>&lt;#$$LISTA.attivita#&gt;</vt:lpstr>
      <vt:lpstr>&lt;#$$LISTA.sub_att#&gt;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&lt;#titolo#&gt;</dc:title>
  <cp:lastModifiedBy>Acer</cp:lastModifiedBy>
  <cp:revision>183</cp:revision>
  <dcterms:modified xsi:type="dcterms:W3CDTF">2025-06-12T10:46:06Z</dcterms:modified>
</cp:coreProperties>
</file>