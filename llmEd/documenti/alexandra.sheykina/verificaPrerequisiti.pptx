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4"/>
  </p:notesMasterIdLst>
  <p:sldIdLst>
    <p:sldId id="312" r:id="rId21"/>
    <p:sldId id="313" r:id="rId22"/>
    <p:sldId id="314" r:id="rId23"/>
    <p:sldId id="315" r:id="rId24"/>
  </p:sldIdLst>
  <p:sldSz cx="9144000" cy="5143500" type="screen16x9"/>
  <p:notesSz cx="6858000" cy="9144000"/>
  <p:embeddedFontLst>
    <p:embeddedFont>
      <p:font typeface="Poppins" charset="0"/>
      <p:regular r:id="rId5"/>
      <p:bold r:id="rId6"/>
      <p:italic r:id="rId7"/>
      <p:boldItalic r:id="rId8"/>
    </p:embeddedFont>
    <p:embeddedFont>
      <p:font typeface="Open Sans" pitchFamily="34" charset="0"/>
      <p:regular r:id="rId9"/>
      <p:bold r:id="rId10"/>
      <p:italic r:id="rId11"/>
      <p:boldItalic r:id="rId12"/>
    </p:embeddedFont>
    <p:embeddedFont>
      <p:font typeface="IBM Plex Mono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99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8C4401-5542-4C62-A921-B47E95205850}">
  <a:tblStyle styleId="{F18C4401-5542-4C62-A921-B47E952058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1354" autoAdjust="0"/>
    <p:restoredTop sz="86351"/>
  </p:normalViewPr>
  <p:slideViewPr>
    <p:cSldViewPr snapToGrid="0" snapToObjects="1">
      <p:cViewPr varScale="1">
        <p:scale>
          <a:sx n="82" d="100"/>
          <a:sy n="82" d="100"/>
        </p:scale>
        <p:origin x="-756" y="-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3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6" Type="http://schemas.openxmlformats.org/officeDocument/2006/relationships/font" Target="fonts/font12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17" name="Google Shape;617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18" name="Google Shape;618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19" name="Google Shape;619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2" name="Google Shape;622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23" name="Google Shape;623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4" name="Google Shape;624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27" name="Google Shape;627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30" name="Google Shape;63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32" name="Google Shape;632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3" name="Google Shape;633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4" name="Google Shape;634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36" name="Google Shape;636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37" name="Google Shape;637;p16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40" name="Google Shape;64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2" name="Google Shape;642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43" name="Google Shape;643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44" name="Google Shape;64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1" name="Google Shape;651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2" name="Google Shape;652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9" name="Google Shape;659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60" name="Google Shape;66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67" name="Google Shape;667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68" name="Google Shape;668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69" name="Google Shape;669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70" name="Google Shape;670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62" r:id="rId2"/>
    <p:sldLayoutId id="2147483676" r:id="rId3"/>
    <p:sldLayoutId id="214748367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65513"/>
            <a:ext cx="9144000" cy="69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t>Verifica orale</a:t>
            </a:r>
            <a:endParaRPr sz="40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Verifica prerequisiti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Introduzione alla verifica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Verifica prerequisiti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22507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Oggi effettueremo una verifica orale per valutare la vostra conoscenza sui componenti hardware e sui concetti fondamentali di rete. Vi farò delle domande a cui risponderete uno alla volta. Ricordate che l'obiettivo è capire quanto avete appreso, quindi rispondete con calma e chiarezza.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Esecuzione della verifica orale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Verifica prerequisiti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22507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Ora iniziamo con le domande. Ricordate che potete chiedere chiarimenti se una domanda non è chiara. Iniziamo con la prima domanda: 'Qual è il ruolo del processore in un computer?'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Conclusione della verifica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Verifica prerequisiti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22507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Abbiamo concluso la verifica orale. Complimenti a tutti per l'impegno! Ricordate che è importante continuare a studiare e migliorare nelle aree in cui avete trovato più difficoltà. Se avete domande o dubbi, sono a disposizione per ulteriori chiarimenti.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2963</TotalTime>
  <Words>33</Words>
  <Application>Microsoft Macintosh PowerPoint</Application>
  <PresentationFormat>Presentazione su schermo (16:9)</PresentationFormat>
  <Paragraphs>11</Paragraphs>
  <Slides>2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7" baseType="lpstr">
      <vt:lpstr>Arial</vt:lpstr>
      <vt:lpstr>Poppins</vt:lpstr>
      <vt:lpstr>Open Sans</vt:lpstr>
      <vt:lpstr>IBM Plex Mono</vt:lpstr>
      <vt:lpstr>Introduction to Coding Workshop by Slidesgo</vt:lpstr>
      <vt:lpstr>&lt;#$$LISTA.attivita#&gt;</vt:lpstr>
      <vt:lpstr>&lt;#$$LISTA.sub_att#&gt;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&lt;#titolo#&gt;</dc:title>
  <cp:lastModifiedBy>Acer</cp:lastModifiedBy>
  <cp:revision>181</cp:revision>
  <dcterms:modified xsi:type="dcterms:W3CDTF">2025-06-12T10:40:33Z</dcterms:modified>
</cp:coreProperties>
</file>