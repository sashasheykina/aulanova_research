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"/>
  </p:notesMasterIdLst>
  <p:sldIdLst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</p:sldIdLst>
  <p:sldSz cx="9144000" cy="5143500" type="screen16x9"/>
  <p:notesSz cx="6858000" cy="9144000"/>
  <p:embeddedFontLst>
    <p:embeddedFont>
      <p:font typeface="Poppins" charset="0"/>
      <p:regular r:id="rId5"/>
      <p:bold r:id="rId6"/>
      <p:italic r:id="rId7"/>
      <p:boldItalic r:id="rId8"/>
    </p:embeddedFont>
    <p:embeddedFont>
      <p:font typeface="Open Sans" pitchFamily="34" charset="0"/>
      <p:regular r:id="rId9"/>
      <p:bold r:id="rId10"/>
      <p:italic r:id="rId11"/>
      <p:boldItalic r:id="rId12"/>
    </p:embeddedFont>
    <p:embeddedFont>
      <p:font typeface="IBM Plex Mono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9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354" autoAdjust="0"/>
    <p:restoredTop sz="86351"/>
  </p:normalViewPr>
  <p:slideViewPr>
    <p:cSldViewPr snapToGrid="0" snapToObjects="1">
      <p:cViewPr varScale="1">
        <p:scale>
          <a:sx n="82" d="100"/>
          <a:sy n="82" d="100"/>
        </p:scale>
        <p:origin x="-756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Lezione Frontale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agli 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Access Point sono dispositivi che consentono ai dispositivi wireless di connettersi a una rete cablata. Essi fungono da ponte tra le reti cablate e wireless, permettendo la comunicazione tra i dispositivi. Gli Access Point possono supportare diversi standard di rete e offrono funzioni come la gestione della sicurezza e la configurazione della rete.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 esempio comune di Access Point è il router Wi-Fi di casa che collega i dispositivi mobili alla connessione Internet.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Funzionalità degli 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Le funzionalità degli Access Point includono la gestione efficiente del traffico di rete, il controllo degli accessi per garantire la sicurezza e la possibilità di configurare vari parametri di rete. Utilizzando più Access Point, è possibile estendere la copertura della rete Wi-Fi in aree più ampie, migliorando la qualità del segnale e la capacità di gestione del traffico.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 un ufficio, più Access Point possono essere utilizzati per garantire che ogni angolo dell'edificio abbia una copertura Wi-Fi ottimale.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Vantaggi degli 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Access Point offrono numerosi vantaggi, come l'aumento della copertura Wi-Fi, la possibilità di gestire centralmente le configurazioni di rete e la scalabilità per adattarsi alle esigenze crescenti di connettività. Inoltre, migliorano l'affidabilità della rete, riducendo i punti di congestione e garantendo una connessione stabile.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 una scuola, l'implementazione di Access Point può garantire che ogni aula e corridoio abbia un segnale Wi-Fi forte e affidabile.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Laboratorio pratico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alla configurazione dell'Access Point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L'Access Point è un dispositivo fondamentale nelle reti wireless, che permette ai dispositivi di connettersi alla rete. Si devono conoscere i suoi componenti principali e l'interfaccia di configurazione per gestire le impostazioni di rete. Durante la lezione, verranno illustrati i passaggi per accedere all'interfaccia di gestione tramite browser web.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Accedere all'interfaccia di configurazione di un Access Point tramite l'indirizzo IP di default, ad esempio 192.168.1.1, utilizzando un browser web.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Impostazione delle credenziali di accesso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È essenziale modificare le credenziali di accesso predefinite dell'Access Point per evitare accessi non autorizzati. Durante l'esercitazione, verranno mostrate le impostazioni per cambiare nome utente e password, assicurando che siano sicure e facili da ricordare per l'utente.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Passare dalla schermata di login alla sezione delle impostazioni di sicurezza e modificare il nome utente e la password predefiniti in 'admin' e 'password1234'.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Configurazione delle impostazioni di rete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Per ottimizzare le prestazioni della rete wireless, è fondamentale configurare correttamente l'SSID e il canale di trasmissione. Durante il laboratorio, si vedrà come impostare un SSID univoco e selezionare il canale migliore per ridurre le interferenze. Verrà inoltre configurata la crittografia WPA2 per proteggere la rete da accessi non autorizzati.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Impostare l'SSID su 'ReteScuola', selezionare il canale 6 e abilitare la crittografia WPA2 con una password sicura.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Verifica della connessione e risoluzione dei problemi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Dopo la configurazione, è importante testare la connessione wireless per assicurarsi che funzioni correttamente. In caso di problemi, si devono diagnosticare e risolvere le cause, come errori di configurazione o interferenze. Si useranno strumenti di diagnostica, come il comando ping, per verificare la connettività.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Utilizzare un computer per connettersi alla rete 'ReteScuola' e eseguire il ping dell'Access Point per verificare la connessione.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Problem Solving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Identificazione del problema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 buon problem solving inizia sempre con l'identificazione accurata del problema. In questo esercizio, sarete chiamati a esaminare uno scenario di rete in cui un Access Point non funziona correttamente. Prestate attenzione ai dettagli forniti nel caso di studio e cercate di individuare i sintomi principali, come errori di connessione, lentezza nella rete o mancata rilevazione del dispositivo.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Scenario: Un nuovo Access Point è stato installato, ma i dispositivi nelle vicinanze non riescono a connettersi alla rete Wi-Fi. Gli studenti devono verificare se l'Access Point è correttamente alimentato, se il SSID è correttamente configurato e visibile, e se le impostazioni di sicurezza sono appropriate.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Analisi delle cause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Una volta identificati i sintomi del problema, è fondamentale analizzare le possibili cause. Discuteremo insieme quali potrebbero essere i motivi alla base del malfunzionamento dell'Access Point. Considerate se le impostazioni sono state configurate correttamente, se l'hardware è integro e se potrebbero esserci interferenze o errori nel software.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studenti potrebbero ipotizzare che il problema sia causato da interferenze con altre reti Wi-Fi, un firmware obsoleto sull'Access Point o un errore nella configurazione delle impostazioni di sicurezza.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Pianificazione delle soluzioni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Dopo aver analizzato le cause, è il momento di pianificare le soluzioni. Dovrete scegliere l'approccio migliore per risolvere il problema e delineare i passaggi chiave per implementare la vostra soluzione. Utilizzate il modulo di pianificazione per organizzare le vostre idee in modo chiaro e logico.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studenti potrebbero decidere di aggiornare il firmware dell'Access Point, modificare il canale Wi-Fi per ridurre le interferenze, e rivedere le impostazioni di sicurezza per garantire una connessione stabile.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Implementazione e verifica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È arrivato il momento di mettere in atto il vostro piano. Seguite i passaggi che avete pianificato e verificate attentamente se il problema è stato risolto. Documentate tutto il processo, inclusi i risultati ottenuti e eventuali difficoltà incontrate, utilizzando il template fornito.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Dopo l'aggiornamento del firmware e la modifica delle impostazioni di rete, gli studenti verificano che il problema di connessione è stato risolto. Annotano i passaggi seguiti e i risultati nel loro report finale.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Cooperative learning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Formazione dei gruppi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Per iniziare, si formano i gruppi di lavoro. Ogni gruppo dovrebbe essere composto da 3-4 studenti, selezionati per bilanciare diverse competenze e promuovere la collaborazione. Considerare le abilità tecniche e la capacità di lavoro in team per creare gruppi efficaci.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Gruppo 1: Mario, Luca, Anna; Gruppo 2: Sara, Giovanni, Elisa.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Assegnazione dei ruoli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Assegnate ruoli specifici a ogni membro del gruppo, come leader, responsabile delle note, tecnico e presentatore. Questo aiuta a organizzare il lavoro e assicura che tutti contribuiscano al progetto.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Nel Gruppo 1, Mario è il leader, Luca è il tecnico, e Anna è la presentatrice.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Svolgimento dell'attività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 gruppi iniziano la configurazione dell'Access Point utilizzando un software di simulazione. Collaborano per risolvere problemi e verificare il funzionamento. Ogni membro contribuisce secondo il proprio ruolo, promuovendo il lavoro di squadra.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Il gruppo simula la configurazione di un Access Point, risolvendo problemi di connettività e testando la rete.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Riflessione e feedback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Alla fine dell'attività, riflettete sul lavoro di gruppo e condividete i feedback con gli altri. Questo offre l'opportunità di migliorare la collaborazione e identificare aree di miglioramento.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Ogni gruppo presenta le proprie conclusioni e riceve feedback dagli altri gruppi e dal docente.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t>Discussione guidata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t>Prof.ssa Alexandra Sheykina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Introduzione alla discussione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Access Point giocano un ruolo cruciale nelle reti locali, estendendo la connettività wireless e migliorando la copertura. Discutiamo insieme dei loro vantaggi come la scalabilità e le sfide come la sicurezza e la gestione della rete. Preparate alcune domande o pensieri da condividere con il gruppo.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Ad esempio, potete pensare a come gli Access Point potrebbero migliorare la connettività nella vostra scuola o quali problemi potrebbero sorgere in un ambiente molto affollato.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Discussione in piccoli gruppi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Ora, divisi in piccoli gruppi, discutete dei vantaggi e delle sfide presentate dagli Access Point. Nominate un portavoce che riporterà le vostre conclusioni alla classe.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 gruppi, riflettete su come gli Access Point potrebbero permettere la connessione in aree scolastiche meno coperte e discutete possibili soluzioni per minimizzare i rischi di sicurezza.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Condivisione e sintesi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Invitiamo ora i portavoce dei gruppi a condividere le conclusioni delle loro discussioni. Presteremo attenzione ai diversi punti di vista emersi e lavoreremo insieme per sintetizzare le idee principali.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Un gruppo potrebbe evidenziare il problema della sicurezza, mentre un altro potrebbe suggerire soluzioni innovative per migliorare la copertura. Questi spunti verranno poi discussi e sintetizzati in classe.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Conclusione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Fase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Concludiamo la nostra discussione ringraziandovi per le idee condivise. Vi invitiamo a pensare a come potreste applicare queste idee nella vostra esperienza quotidiana e quali nuove soluzioni potreste proporre in futuro.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t>Gli studenti possono riflettere su come gli Access Point potrebbero essere utilizzati in progetti futuri o in quali contesti potrebbero migliorare la loro esperienza di rete.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2969</TotalTime>
  <Words>34</Words>
  <Application>Microsoft Macintosh PowerPoint</Application>
  <PresentationFormat>Presentazione su schermo (16:9)</PresentationFormat>
  <Paragraphs>12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Poppins</vt:lpstr>
      <vt:lpstr>Open Sans</vt:lpstr>
      <vt:lpstr>IBM Plex Mono</vt:lpstr>
      <vt:lpstr>Introduction to Coding Workshop by Slidesgo</vt:lpstr>
      <vt:lpstr>&lt;#$$LISTA.attivita#&gt;</vt:lpstr>
      <vt:lpstr>&lt;#$$LISTA.sub_att#&gt;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183</cp:revision>
  <dcterms:modified xsi:type="dcterms:W3CDTF">2025-06-12T10:46:06Z</dcterms:modified>
</cp:coreProperties>
</file>