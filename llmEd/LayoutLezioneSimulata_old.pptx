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25"/>
  </p:notesMasterIdLst>
  <p:sldIdLst>
    <p:sldId id="256" r:id="rId2"/>
    <p:sldId id="258" r:id="rId3"/>
    <p:sldId id="259" r:id="rId4"/>
    <p:sldId id="262" r:id="rId5"/>
    <p:sldId id="311" r:id="rId6"/>
    <p:sldId id="309" r:id="rId7"/>
    <p:sldId id="351" r:id="rId8"/>
    <p:sldId id="312" r:id="rId9"/>
    <p:sldId id="307" r:id="rId10"/>
    <p:sldId id="314" r:id="rId11"/>
    <p:sldId id="349" r:id="rId12"/>
    <p:sldId id="315" r:id="rId13"/>
    <p:sldId id="334" r:id="rId14"/>
    <p:sldId id="352" r:id="rId15"/>
    <p:sldId id="335" r:id="rId16"/>
    <p:sldId id="348" r:id="rId17"/>
    <p:sldId id="308" r:id="rId18"/>
    <p:sldId id="344" r:id="rId19"/>
    <p:sldId id="329" r:id="rId20"/>
    <p:sldId id="324" r:id="rId21"/>
    <p:sldId id="350" r:id="rId22"/>
    <p:sldId id="354" r:id="rId23"/>
    <p:sldId id="270" r:id="rId24"/>
  </p:sldIdLst>
  <p:sldSz cx="9144000" cy="5143500" type="screen16x9"/>
  <p:notesSz cx="6858000" cy="9144000"/>
  <p:embeddedFontLst>
    <p:embeddedFont>
      <p:font typeface="Poppins" charset="0"/>
      <p:regular r:id="rId26"/>
      <p:bold r:id="rId27"/>
      <p:italic r:id="rId28"/>
      <p:boldItalic r:id="rId29"/>
    </p:embeddedFont>
    <p:embeddedFont>
      <p:font typeface="IBM Plex Mono" charset="0"/>
      <p:regular r:id="rId30"/>
      <p:bold r:id="rId31"/>
      <p:italic r:id="rId32"/>
      <p:boldItalic r:id="rId33"/>
    </p:embeddedFont>
    <p:embeddedFont>
      <p:font typeface="Source Code Pro" charset="0"/>
      <p:regular r:id="rId34"/>
      <p:bold r:id="rId35"/>
      <p:italic r:id="rId36"/>
      <p:boldItalic r:id="rId37"/>
    </p:embeddedFont>
    <p:embeddedFont>
      <p:font typeface="Open Sans" pitchFamily="3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099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F18C4401-5542-4C62-A921-B47E95205850}">
  <a:tblStyle styleId="{F18C4401-5542-4C62-A921-B47E952058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31348" autoAdjust="0"/>
    <p:restoredTop sz="86418"/>
  </p:normalViewPr>
  <p:slideViewPr>
    <p:cSldViewPr snapToGrid="0" snapToObjects="1">
      <p:cViewPr>
        <p:scale>
          <a:sx n="84" d="100"/>
          <a:sy n="84" d="100"/>
        </p:scale>
        <p:origin x="-648" y="-4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235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9" name="Google Shape;1429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g24e5c2c9e45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5" name="Google Shape;1465;g24e5c2c9e45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g24ed99bf1a4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3" name="Google Shape;1633;g24ed99bf1a4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" name="Google Shape;2215;g24ef22aa1ac_0_1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6" name="Google Shape;2216;g24ef22aa1ac_0_1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038458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g24ef22aa1ac_0_5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1" name="Google Shape;2121;g24ef22aa1ac_0_5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48397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" name="Google Shape;2215;g24ef22aa1ac_0_1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6" name="Google Shape;2216;g24ef22aa1ac_0_1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3953642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9130425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7454022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g24e6b4d5c31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5" name="Google Shape;1665;g24e6b4d5c31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9284218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g24e6b4d5c31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5" name="Google Shape;1665;g24e6b4d5c31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9284218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g24ef22aa1ac_0_5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1" name="Google Shape;2121;g24ef22aa1ac_0_5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21983547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20536812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g24ed99bf1a4_0_9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0" name="Google Shape;1840;g24ed99bf1a4_0_9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0228251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9930169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87084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7828802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2533587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g24ed99bf1a4_0_9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0" name="Google Shape;1840;g24ed99bf1a4_0_9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7813055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g24ed99bf1a4_0_9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0" name="Google Shape;1840;g24ed99bf1a4_0_9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8430176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24063900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" name="Google Shape;2215;g24ef22aa1ac_0_1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6" name="Google Shape;2216;g24ef22aa1ac_0_1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3953642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g24ed99bf1a4_0_14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8" name="Google Shape;1948;g24ed99bf1a4_0_14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895303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10" name="Google Shape;10;p2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11" name="Google Shape;11;p2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2" name="Google Shape;12;p2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3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13;p2"/>
            <p:cNvSpPr/>
            <p:nvPr/>
          </p:nvSpPr>
          <p:spPr>
            <a:xfrm>
              <a:off x="-289323" y="-166742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1475" y="-361175"/>
              <a:ext cx="7138625" cy="819350"/>
            </a:xfrm>
            <a:custGeom>
              <a:avLst/>
              <a:gdLst/>
              <a:ahLst/>
              <a:cxnLst/>
              <a:rect l="l" t="t" r="r" b="b"/>
              <a:pathLst>
                <a:path w="285545" h="32774" extrusionOk="0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" name="Google Shape;16;p2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" name="Google Shape;18;p2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" name="Google Shape;33;p2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34" name="Google Shape;34;p2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2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8430775" y="2842975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" name="Google Shape;46;p2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;p2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51" name="Google Shape;51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56" name="Google Shape;56;p2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57" name="Google Shape;57;p2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58" name="Google Shape;58;p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" name="Google Shape;60;p2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61" name="Google Shape;61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2" name="Google Shape;62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3" name="Google Shape;63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4" name="Google Shape;64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69" name="Google Shape;69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" name="Google Shape;70;p2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71" name="Google Shape;71;p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" name="Google Shape;75;p2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76" name="Google Shape;7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" name="Google Shape;7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8" name="Google Shape;7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79" name="Google Shape;7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84" name="Google Shape;8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" name="Google Shape;85;p2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86" name="Google Shape;8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7" name="Google Shape;8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8" name="Google Shape;8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89" name="Google Shape;8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" name="Google Shape;9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" name="Google Shape;9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4" name="Google Shape;9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7" name="Google Shape;97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2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8" name="Google Shape;98;p3"/>
          <p:cNvSpPr txBox="1">
            <a:spLocks noGrp="1"/>
          </p:cNvSpPr>
          <p:nvPr>
            <p:ph type="subTitle" idx="1"/>
          </p:nvPr>
        </p:nvSpPr>
        <p:spPr>
          <a:xfrm>
            <a:off x="720000" y="3252375"/>
            <a:ext cx="559800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9" name="Google Shape;99;p3"/>
          <p:cNvGrpSpPr/>
          <p:nvPr/>
        </p:nvGrpSpPr>
        <p:grpSpPr>
          <a:xfrm>
            <a:off x="-539206" y="-1717975"/>
            <a:ext cx="4397193" cy="4171657"/>
            <a:chOff x="-494406" y="-1584825"/>
            <a:chExt cx="4397193" cy="4171657"/>
          </a:xfrm>
        </p:grpSpPr>
        <p:grpSp>
          <p:nvGrpSpPr>
            <p:cNvPr id="100" name="Google Shape;100;p3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101" name="Google Shape;101;p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" name="Google Shape;103;p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04" name="Google Shape;104;p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" name="Google Shape;106;p3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107" name="Google Shape;10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8" name="Google Shape;10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9" name="Google Shape;10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10" name="Google Shape;11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1" name="Google Shape;11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2" name="Google Shape;11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" name="Google Shape;11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" name="Google Shape;11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15" name="Google Shape;11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" name="Google Shape;116;p3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117" name="Google Shape;11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8" name="Google Shape;11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19" name="Google Shape;11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20" name="Google Shape;12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" name="Google Shape;12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" name="Google Shape;12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25" name="Google Shape;12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" name="Google Shape;126;p3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127" name="Google Shape;12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8" name="Google Shape;12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9" name="Google Shape;12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0" name="Google Shape;13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" name="Google Shape;13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2" name="Google Shape;13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3" name="Google Shape;13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4" name="Google Shape;13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35" name="Google Shape;13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" name="Google Shape;136;p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37" name="Google Shape;137;p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5"/>
          <p:cNvSpPr txBox="1">
            <a:spLocks noGrp="1"/>
          </p:cNvSpPr>
          <p:nvPr>
            <p:ph type="subTitle" idx="1"/>
          </p:nvPr>
        </p:nvSpPr>
        <p:spPr>
          <a:xfrm>
            <a:off x="4999903" y="2372500"/>
            <a:ext cx="23403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7" name="Google Shape;177;p5"/>
          <p:cNvSpPr txBox="1">
            <a:spLocks noGrp="1"/>
          </p:cNvSpPr>
          <p:nvPr>
            <p:ph type="subTitle" idx="2"/>
          </p:nvPr>
        </p:nvSpPr>
        <p:spPr>
          <a:xfrm>
            <a:off x="1803800" y="2372500"/>
            <a:ext cx="23403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8" name="Google Shape;178;p5"/>
          <p:cNvSpPr txBox="1">
            <a:spLocks noGrp="1"/>
          </p:cNvSpPr>
          <p:nvPr>
            <p:ph type="subTitle" idx="3"/>
          </p:nvPr>
        </p:nvSpPr>
        <p:spPr>
          <a:xfrm>
            <a:off x="4999908" y="2048488"/>
            <a:ext cx="23403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79" name="Google Shape;179;p5"/>
          <p:cNvSpPr txBox="1">
            <a:spLocks noGrp="1"/>
          </p:cNvSpPr>
          <p:nvPr>
            <p:ph type="subTitle" idx="4"/>
          </p:nvPr>
        </p:nvSpPr>
        <p:spPr>
          <a:xfrm>
            <a:off x="1803800" y="2048488"/>
            <a:ext cx="23403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80" name="Google Shape;180;p5"/>
          <p:cNvGrpSpPr/>
          <p:nvPr/>
        </p:nvGrpSpPr>
        <p:grpSpPr>
          <a:xfrm>
            <a:off x="7579113" y="-890399"/>
            <a:ext cx="2898275" cy="3032950"/>
            <a:chOff x="7198113" y="-890399"/>
            <a:chExt cx="2898275" cy="3032950"/>
          </a:xfrm>
        </p:grpSpPr>
        <p:pic>
          <p:nvPicPr>
            <p:cNvPr id="181" name="Google Shape;181;p5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-5400000">
              <a:off x="7130775" y="-823062"/>
              <a:ext cx="3032950" cy="2898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2" name="Google Shape;182;p5"/>
            <p:cNvGrpSpPr/>
            <p:nvPr/>
          </p:nvGrpSpPr>
          <p:grpSpPr>
            <a:xfrm>
              <a:off x="8319318" y="-249682"/>
              <a:ext cx="1460040" cy="1171886"/>
              <a:chOff x="7945225" y="4302000"/>
              <a:chExt cx="904666" cy="726121"/>
            </a:xfrm>
          </p:grpSpPr>
          <p:sp>
            <p:nvSpPr>
              <p:cNvPr id="183" name="Google Shape;183;p5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6" name="Google Shape;186;p5"/>
          <p:cNvGrpSpPr/>
          <p:nvPr/>
        </p:nvGrpSpPr>
        <p:grpSpPr>
          <a:xfrm>
            <a:off x="-613920" y="3693606"/>
            <a:ext cx="2048057" cy="2238804"/>
            <a:chOff x="-461520" y="3617406"/>
            <a:chExt cx="2048057" cy="2238804"/>
          </a:xfrm>
        </p:grpSpPr>
        <p:grpSp>
          <p:nvGrpSpPr>
            <p:cNvPr id="187" name="Google Shape;187;p5"/>
            <p:cNvGrpSpPr/>
            <p:nvPr/>
          </p:nvGrpSpPr>
          <p:grpSpPr>
            <a:xfrm>
              <a:off x="-461520" y="3617406"/>
              <a:ext cx="1916534" cy="2238804"/>
              <a:chOff x="-461520" y="3617406"/>
              <a:chExt cx="1916534" cy="2238804"/>
            </a:xfrm>
          </p:grpSpPr>
          <p:grpSp>
            <p:nvGrpSpPr>
              <p:cNvPr id="188" name="Google Shape;188;p5"/>
              <p:cNvGrpSpPr/>
              <p:nvPr/>
            </p:nvGrpSpPr>
            <p:grpSpPr>
              <a:xfrm flipH="1">
                <a:off x="-461520" y="4010132"/>
                <a:ext cx="1916534" cy="1538287"/>
                <a:chOff x="7945225" y="4302000"/>
                <a:chExt cx="904666" cy="726121"/>
              </a:xfrm>
            </p:grpSpPr>
            <p:sp>
              <p:nvSpPr>
                <p:cNvPr id="189" name="Google Shape;189;p5"/>
                <p:cNvSpPr/>
                <p:nvPr/>
              </p:nvSpPr>
              <p:spPr>
                <a:xfrm>
                  <a:off x="8176775" y="4445200"/>
                  <a:ext cx="673116" cy="5829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" name="Google Shape;190;p5"/>
                <p:cNvSpPr/>
                <p:nvPr/>
              </p:nvSpPr>
              <p:spPr>
                <a:xfrm>
                  <a:off x="8164350" y="4302000"/>
                  <a:ext cx="480925" cy="416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" name="Google Shape;191;p5"/>
                <p:cNvSpPr/>
                <p:nvPr/>
              </p:nvSpPr>
              <p:spPr>
                <a:xfrm>
                  <a:off x="7945225" y="4445200"/>
                  <a:ext cx="480925" cy="416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2" name="Google Shape;192;p5"/>
              <p:cNvGrpSpPr/>
              <p:nvPr/>
            </p:nvGrpSpPr>
            <p:grpSpPr>
              <a:xfrm>
                <a:off x="-309885" y="3617406"/>
                <a:ext cx="1448824" cy="2238804"/>
                <a:chOff x="-309885" y="3617406"/>
                <a:chExt cx="1448824" cy="2238804"/>
              </a:xfrm>
            </p:grpSpPr>
            <p:grpSp>
              <p:nvGrpSpPr>
                <p:cNvPr id="193" name="Google Shape;193;p5"/>
                <p:cNvGrpSpPr/>
                <p:nvPr/>
              </p:nvGrpSpPr>
              <p:grpSpPr>
                <a:xfrm>
                  <a:off x="-277007" y="3870159"/>
                  <a:ext cx="981772" cy="1986051"/>
                  <a:chOff x="-293545" y="3454371"/>
                  <a:chExt cx="981772" cy="1986051"/>
                </a:xfrm>
              </p:grpSpPr>
              <p:sp>
                <p:nvSpPr>
                  <p:cNvPr id="194" name="Google Shape;194;p5"/>
                  <p:cNvSpPr/>
                  <p:nvPr/>
                </p:nvSpPr>
                <p:spPr>
                  <a:xfrm rot="10800000">
                    <a:off x="-293545" y="3454371"/>
                    <a:ext cx="844677" cy="19855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37" h="56267" extrusionOk="0">
                        <a:moveTo>
                          <a:pt x="12997" y="1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64"/>
                          <a:pt x="23632" y="11321"/>
                          <a:pt x="23632" y="11808"/>
                        </a:cubicBezTo>
                        <a:cubicBezTo>
                          <a:pt x="23632" y="12311"/>
                          <a:pt x="23434" y="12768"/>
                          <a:pt x="23098" y="13104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5"/>
                        </a:lnTo>
                        <a:cubicBezTo>
                          <a:pt x="16547" y="11489"/>
                          <a:pt x="16029" y="11260"/>
                          <a:pt x="15435" y="11260"/>
                        </a:cubicBezTo>
                        <a:cubicBezTo>
                          <a:pt x="14841" y="11260"/>
                          <a:pt x="14307" y="11489"/>
                          <a:pt x="13911" y="11885"/>
                        </a:cubicBezTo>
                        <a:lnTo>
                          <a:pt x="12525" y="13271"/>
                        </a:lnTo>
                        <a:cubicBezTo>
                          <a:pt x="12129" y="13698"/>
                          <a:pt x="11900" y="14231"/>
                          <a:pt x="11900" y="14795"/>
                        </a:cubicBezTo>
                        <a:cubicBezTo>
                          <a:pt x="11900" y="15374"/>
                          <a:pt x="12129" y="15922"/>
                          <a:pt x="12525" y="16318"/>
                        </a:cubicBezTo>
                        <a:cubicBezTo>
                          <a:pt x="12860" y="16669"/>
                          <a:pt x="13058" y="17126"/>
                          <a:pt x="13058" y="17629"/>
                        </a:cubicBezTo>
                        <a:cubicBezTo>
                          <a:pt x="13058" y="18116"/>
                          <a:pt x="12860" y="18573"/>
                          <a:pt x="12525" y="18924"/>
                        </a:cubicBezTo>
                        <a:lnTo>
                          <a:pt x="11489" y="19944"/>
                        </a:lnTo>
                        <a:cubicBezTo>
                          <a:pt x="11154" y="20295"/>
                          <a:pt x="10696" y="20478"/>
                          <a:pt x="10209" y="20478"/>
                        </a:cubicBezTo>
                        <a:lnTo>
                          <a:pt x="9569" y="20478"/>
                        </a:lnTo>
                        <a:cubicBezTo>
                          <a:pt x="8990" y="20478"/>
                          <a:pt x="8457" y="20706"/>
                          <a:pt x="8045" y="21102"/>
                        </a:cubicBezTo>
                        <a:lnTo>
                          <a:pt x="3353" y="25810"/>
                        </a:lnTo>
                        <a:cubicBezTo>
                          <a:pt x="2515" y="26648"/>
                          <a:pt x="2515" y="28004"/>
                          <a:pt x="3353" y="28842"/>
                        </a:cubicBezTo>
                        <a:lnTo>
                          <a:pt x="10529" y="36018"/>
                        </a:lnTo>
                        <a:cubicBezTo>
                          <a:pt x="10864" y="36369"/>
                          <a:pt x="11062" y="36826"/>
                          <a:pt x="11062" y="37313"/>
                        </a:cubicBezTo>
                        <a:cubicBezTo>
                          <a:pt x="11062" y="37801"/>
                          <a:pt x="10864" y="38273"/>
                          <a:pt x="10529" y="38608"/>
                        </a:cubicBezTo>
                        <a:lnTo>
                          <a:pt x="8198" y="40940"/>
                        </a:lnTo>
                        <a:cubicBezTo>
                          <a:pt x="7802" y="41351"/>
                          <a:pt x="7573" y="41884"/>
                          <a:pt x="7573" y="42463"/>
                        </a:cubicBezTo>
                        <a:lnTo>
                          <a:pt x="7573" y="47720"/>
                        </a:lnTo>
                        <a:cubicBezTo>
                          <a:pt x="7573" y="48207"/>
                          <a:pt x="7390" y="48664"/>
                          <a:pt x="7040" y="49015"/>
                        </a:cubicBezTo>
                        <a:lnTo>
                          <a:pt x="1" y="56054"/>
                        </a:lnTo>
                        <a:lnTo>
                          <a:pt x="199" y="56267"/>
                        </a:lnTo>
                        <a:lnTo>
                          <a:pt x="7268" y="49274"/>
                        </a:lnTo>
                        <a:cubicBezTo>
                          <a:pt x="7664" y="48862"/>
                          <a:pt x="7893" y="48329"/>
                          <a:pt x="7893" y="47750"/>
                        </a:cubicBezTo>
                        <a:lnTo>
                          <a:pt x="7893" y="42494"/>
                        </a:lnTo>
                        <a:cubicBezTo>
                          <a:pt x="7893" y="42006"/>
                          <a:pt x="8091" y="41549"/>
                          <a:pt x="8426" y="41199"/>
                        </a:cubicBezTo>
                        <a:lnTo>
                          <a:pt x="10757" y="38883"/>
                        </a:lnTo>
                        <a:cubicBezTo>
                          <a:pt x="11154" y="38456"/>
                          <a:pt x="11382" y="37923"/>
                          <a:pt x="11382" y="37359"/>
                        </a:cubicBezTo>
                        <a:cubicBezTo>
                          <a:pt x="11382" y="36765"/>
                          <a:pt x="11154" y="36232"/>
                          <a:pt x="10757" y="35835"/>
                        </a:cubicBezTo>
                        <a:lnTo>
                          <a:pt x="3581" y="28644"/>
                        </a:lnTo>
                        <a:cubicBezTo>
                          <a:pt x="2850" y="27943"/>
                          <a:pt x="2850" y="26785"/>
                          <a:pt x="3581" y="26054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67"/>
                        </a:lnTo>
                        <a:cubicBezTo>
                          <a:pt x="13149" y="18741"/>
                          <a:pt x="13378" y="18208"/>
                          <a:pt x="13378" y="17644"/>
                        </a:cubicBezTo>
                        <a:cubicBezTo>
                          <a:pt x="13378" y="17050"/>
                          <a:pt x="13149" y="16516"/>
                          <a:pt x="12753" y="16120"/>
                        </a:cubicBezTo>
                        <a:cubicBezTo>
                          <a:pt x="12418" y="15770"/>
                          <a:pt x="12220" y="15313"/>
                          <a:pt x="12220" y="14825"/>
                        </a:cubicBezTo>
                        <a:cubicBezTo>
                          <a:pt x="12220" y="14322"/>
                          <a:pt x="12418" y="13865"/>
                          <a:pt x="12753" y="13530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8" y="11595"/>
                          <a:pt x="16395" y="11793"/>
                          <a:pt x="16730" y="12128"/>
                        </a:cubicBezTo>
                        <a:lnTo>
                          <a:pt x="19107" y="14520"/>
                        </a:lnTo>
                        <a:cubicBezTo>
                          <a:pt x="19526" y="14939"/>
                          <a:pt x="20074" y="15149"/>
                          <a:pt x="20623" y="15149"/>
                        </a:cubicBezTo>
                        <a:cubicBezTo>
                          <a:pt x="21171" y="15149"/>
                          <a:pt x="21720" y="14939"/>
                          <a:pt x="22139" y="14520"/>
                        </a:cubicBezTo>
                        <a:lnTo>
                          <a:pt x="23297" y="13347"/>
                        </a:lnTo>
                        <a:cubicBezTo>
                          <a:pt x="23708" y="12936"/>
                          <a:pt x="23936" y="12403"/>
                          <a:pt x="23936" y="11824"/>
                        </a:cubicBezTo>
                        <a:cubicBezTo>
                          <a:pt x="23936" y="11260"/>
                          <a:pt x="23708" y="10711"/>
                          <a:pt x="23297" y="10300"/>
                        </a:cubicBezTo>
                        <a:lnTo>
                          <a:pt x="12997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5" name="Google Shape;195;p5"/>
                  <p:cNvSpPr/>
                  <p:nvPr/>
                </p:nvSpPr>
                <p:spPr>
                  <a:xfrm rot="10800000">
                    <a:off x="-156450" y="3454901"/>
                    <a:ext cx="844677" cy="19855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37" h="56267" extrusionOk="0">
                        <a:moveTo>
                          <a:pt x="12997" y="0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48"/>
                          <a:pt x="23632" y="11305"/>
                          <a:pt x="23632" y="11808"/>
                        </a:cubicBezTo>
                        <a:cubicBezTo>
                          <a:pt x="23632" y="12296"/>
                          <a:pt x="23434" y="12753"/>
                          <a:pt x="23098" y="13103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4"/>
                        </a:lnTo>
                        <a:cubicBezTo>
                          <a:pt x="16547" y="11488"/>
                          <a:pt x="16029" y="11260"/>
                          <a:pt x="15435" y="11260"/>
                        </a:cubicBezTo>
                        <a:cubicBezTo>
                          <a:pt x="14840" y="11260"/>
                          <a:pt x="14307" y="11488"/>
                          <a:pt x="13911" y="11884"/>
                        </a:cubicBezTo>
                        <a:lnTo>
                          <a:pt x="12525" y="13271"/>
                        </a:lnTo>
                        <a:cubicBezTo>
                          <a:pt x="11687" y="14109"/>
                          <a:pt x="11687" y="15465"/>
                          <a:pt x="12525" y="16303"/>
                        </a:cubicBezTo>
                        <a:cubicBezTo>
                          <a:pt x="12860" y="16638"/>
                          <a:pt x="13058" y="17095"/>
                          <a:pt x="13058" y="17598"/>
                        </a:cubicBezTo>
                        <a:cubicBezTo>
                          <a:pt x="13058" y="18085"/>
                          <a:pt x="12860" y="18543"/>
                          <a:pt x="12525" y="18893"/>
                        </a:cubicBezTo>
                        <a:lnTo>
                          <a:pt x="11489" y="19914"/>
                        </a:lnTo>
                        <a:cubicBezTo>
                          <a:pt x="11153" y="20264"/>
                          <a:pt x="10696" y="20447"/>
                          <a:pt x="10193" y="20447"/>
                        </a:cubicBezTo>
                        <a:lnTo>
                          <a:pt x="9569" y="20447"/>
                        </a:lnTo>
                        <a:cubicBezTo>
                          <a:pt x="8975" y="20447"/>
                          <a:pt x="8441" y="20676"/>
                          <a:pt x="8045" y="21087"/>
                        </a:cubicBezTo>
                        <a:lnTo>
                          <a:pt x="3337" y="25780"/>
                        </a:lnTo>
                        <a:cubicBezTo>
                          <a:pt x="2941" y="26206"/>
                          <a:pt x="2713" y="26739"/>
                          <a:pt x="2713" y="27303"/>
                        </a:cubicBezTo>
                        <a:cubicBezTo>
                          <a:pt x="2713" y="27897"/>
                          <a:pt x="2941" y="28431"/>
                          <a:pt x="3337" y="28827"/>
                        </a:cubicBezTo>
                        <a:lnTo>
                          <a:pt x="10529" y="36018"/>
                        </a:lnTo>
                        <a:cubicBezTo>
                          <a:pt x="11245" y="36719"/>
                          <a:pt x="11245" y="37877"/>
                          <a:pt x="10529" y="38608"/>
                        </a:cubicBezTo>
                        <a:lnTo>
                          <a:pt x="8198" y="40924"/>
                        </a:lnTo>
                        <a:cubicBezTo>
                          <a:pt x="7801" y="41351"/>
                          <a:pt x="7573" y="41884"/>
                          <a:pt x="7573" y="42448"/>
                        </a:cubicBezTo>
                        <a:lnTo>
                          <a:pt x="7573" y="47704"/>
                        </a:lnTo>
                        <a:cubicBezTo>
                          <a:pt x="7573" y="48207"/>
                          <a:pt x="7375" y="48664"/>
                          <a:pt x="7040" y="48999"/>
                        </a:cubicBezTo>
                        <a:lnTo>
                          <a:pt x="1" y="56053"/>
                        </a:lnTo>
                        <a:lnTo>
                          <a:pt x="199" y="56267"/>
                        </a:lnTo>
                        <a:lnTo>
                          <a:pt x="7268" y="49212"/>
                        </a:lnTo>
                        <a:cubicBezTo>
                          <a:pt x="7664" y="48801"/>
                          <a:pt x="7893" y="48268"/>
                          <a:pt x="7893" y="47689"/>
                        </a:cubicBezTo>
                        <a:lnTo>
                          <a:pt x="7893" y="42432"/>
                        </a:lnTo>
                        <a:cubicBezTo>
                          <a:pt x="7893" y="41945"/>
                          <a:pt x="8091" y="41473"/>
                          <a:pt x="8426" y="41137"/>
                        </a:cubicBezTo>
                        <a:lnTo>
                          <a:pt x="10757" y="38806"/>
                        </a:lnTo>
                        <a:cubicBezTo>
                          <a:pt x="11595" y="37984"/>
                          <a:pt x="11595" y="36628"/>
                          <a:pt x="10757" y="35790"/>
                        </a:cubicBezTo>
                        <a:lnTo>
                          <a:pt x="3581" y="28598"/>
                        </a:lnTo>
                        <a:cubicBezTo>
                          <a:pt x="3231" y="28263"/>
                          <a:pt x="3048" y="27806"/>
                          <a:pt x="3048" y="27318"/>
                        </a:cubicBezTo>
                        <a:cubicBezTo>
                          <a:pt x="3048" y="26816"/>
                          <a:pt x="3231" y="26359"/>
                          <a:pt x="3581" y="26023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52"/>
                        </a:lnTo>
                        <a:cubicBezTo>
                          <a:pt x="13149" y="18741"/>
                          <a:pt x="13378" y="18207"/>
                          <a:pt x="13378" y="17628"/>
                        </a:cubicBezTo>
                        <a:cubicBezTo>
                          <a:pt x="13378" y="17049"/>
                          <a:pt x="13149" y="16516"/>
                          <a:pt x="12753" y="16105"/>
                        </a:cubicBezTo>
                        <a:cubicBezTo>
                          <a:pt x="12037" y="15404"/>
                          <a:pt x="12037" y="14246"/>
                          <a:pt x="12753" y="13515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7" y="11595"/>
                          <a:pt x="16395" y="11793"/>
                          <a:pt x="16730" y="12128"/>
                        </a:cubicBezTo>
                        <a:lnTo>
                          <a:pt x="19106" y="14505"/>
                        </a:lnTo>
                        <a:cubicBezTo>
                          <a:pt x="19525" y="14924"/>
                          <a:pt x="20074" y="15133"/>
                          <a:pt x="20622" y="15133"/>
                        </a:cubicBezTo>
                        <a:cubicBezTo>
                          <a:pt x="21171" y="15133"/>
                          <a:pt x="21719" y="14924"/>
                          <a:pt x="22138" y="14505"/>
                        </a:cubicBezTo>
                        <a:lnTo>
                          <a:pt x="23296" y="13347"/>
                        </a:lnTo>
                        <a:cubicBezTo>
                          <a:pt x="23708" y="12936"/>
                          <a:pt x="23936" y="12402"/>
                          <a:pt x="23936" y="11823"/>
                        </a:cubicBezTo>
                        <a:cubicBezTo>
                          <a:pt x="23936" y="11229"/>
                          <a:pt x="23708" y="10696"/>
                          <a:pt x="23296" y="10300"/>
                        </a:cubicBezTo>
                        <a:lnTo>
                          <a:pt x="1299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96" name="Google Shape;196;p5"/>
                <p:cNvGrpSpPr/>
                <p:nvPr/>
              </p:nvGrpSpPr>
              <p:grpSpPr>
                <a:xfrm>
                  <a:off x="363249" y="4906873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197" name="Google Shape;197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198" name="Google Shape;198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199" name="Google Shape;199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00" name="Google Shape;200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1" name="Google Shape;201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2" name="Google Shape;202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3" name="Google Shape;203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4" name="Google Shape;204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05" name="Google Shape;205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06" name="Google Shape;206;p5"/>
                <p:cNvGrpSpPr/>
                <p:nvPr/>
              </p:nvGrpSpPr>
              <p:grpSpPr>
                <a:xfrm rot="-5400000">
                  <a:off x="-461873" y="3769393"/>
                  <a:ext cx="1351491" cy="1047516"/>
                  <a:chOff x="-2460210" y="2758493"/>
                  <a:chExt cx="1351491" cy="1047516"/>
                </a:xfrm>
              </p:grpSpPr>
              <p:sp>
                <p:nvSpPr>
                  <p:cNvPr id="207" name="Google Shape;207;p5"/>
                  <p:cNvSpPr/>
                  <p:nvPr/>
                </p:nvSpPr>
                <p:spPr>
                  <a:xfrm rot="-2700000">
                    <a:off x="-2341816" y="31085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8" name="Google Shape;208;p5"/>
                  <p:cNvSpPr/>
                  <p:nvPr/>
                </p:nvSpPr>
                <p:spPr>
                  <a:xfrm rot="-2700000">
                    <a:off x="-2157466" y="30323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9" name="Google Shape;209;p5"/>
                  <p:cNvSpPr/>
                  <p:nvPr/>
                </p:nvSpPr>
                <p:spPr>
                  <a:xfrm rot="-2700000">
                    <a:off x="-1993591" y="29561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0" name="Google Shape;210;p5"/>
                  <p:cNvSpPr/>
                  <p:nvPr/>
                </p:nvSpPr>
                <p:spPr>
                  <a:xfrm rot="-2700000">
                    <a:off x="-1809241" y="28799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11" name="Google Shape;211;p5"/>
                <p:cNvGrpSpPr/>
                <p:nvPr/>
              </p:nvGrpSpPr>
              <p:grpSpPr>
                <a:xfrm>
                  <a:off x="438999" y="4567398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12" name="Google Shape;21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13" name="Google Shape;21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214" name="Google Shape;21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15" name="Google Shape;21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6" name="Google Shape;21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7" name="Google Shape;21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8" name="Google Shape;21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9" name="Google Shape;21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20" name="Google Shape;22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21" name="Google Shape;221;p5"/>
                <p:cNvGrpSpPr/>
                <p:nvPr/>
              </p:nvGrpSpPr>
              <p:grpSpPr>
                <a:xfrm>
                  <a:off x="-65076" y="4623886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22" name="Google Shape;22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23" name="Google Shape;22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224" name="Google Shape;22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25" name="Google Shape;22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6" name="Google Shape;22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7" name="Google Shape;22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8" name="Google Shape;22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9" name="Google Shape;22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30" name="Google Shape;23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231" name="Google Shape;231;p5"/>
            <p:cNvGrpSpPr/>
            <p:nvPr/>
          </p:nvGrpSpPr>
          <p:grpSpPr>
            <a:xfrm rot="5400000">
              <a:off x="1147388" y="4839000"/>
              <a:ext cx="439200" cy="439100"/>
              <a:chOff x="1101075" y="2142375"/>
              <a:chExt cx="439200" cy="439100"/>
            </a:xfrm>
          </p:grpSpPr>
          <p:sp>
            <p:nvSpPr>
              <p:cNvPr id="232" name="Google Shape;232;p5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5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4" name="Google Shape;234;p5"/>
          <p:cNvGrpSpPr/>
          <p:nvPr/>
        </p:nvGrpSpPr>
        <p:grpSpPr>
          <a:xfrm>
            <a:off x="-2352525" y="-402069"/>
            <a:ext cx="5307515" cy="2438355"/>
            <a:chOff x="-2276325" y="-249669"/>
            <a:chExt cx="5307515" cy="2438355"/>
          </a:xfrm>
        </p:grpSpPr>
        <p:grpSp>
          <p:nvGrpSpPr>
            <p:cNvPr id="235" name="Google Shape;235;p5"/>
            <p:cNvGrpSpPr/>
            <p:nvPr/>
          </p:nvGrpSpPr>
          <p:grpSpPr>
            <a:xfrm rot="10800000">
              <a:off x="-1297788" y="-249669"/>
              <a:ext cx="2601921" cy="2438355"/>
              <a:chOff x="7340128" y="2866613"/>
              <a:chExt cx="2439225" cy="2438355"/>
            </a:xfrm>
          </p:grpSpPr>
          <p:sp>
            <p:nvSpPr>
              <p:cNvPr id="236" name="Google Shape;236;p5"/>
              <p:cNvSpPr/>
              <p:nvPr/>
            </p:nvSpPr>
            <p:spPr>
              <a:xfrm rot="2700000" flipH="1">
                <a:off x="8012290" y="2875755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5"/>
              <p:cNvSpPr/>
              <p:nvPr/>
            </p:nvSpPr>
            <p:spPr>
              <a:xfrm rot="2700000" flipH="1">
                <a:off x="8125398" y="2987994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8" name="Google Shape;238;p5"/>
            <p:cNvSpPr/>
            <p:nvPr/>
          </p:nvSpPr>
          <p:spPr>
            <a:xfrm rot="-5400000">
              <a:off x="1755111" y="-896010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9" name="Google Shape;239;p5"/>
            <p:cNvGrpSpPr/>
            <p:nvPr/>
          </p:nvGrpSpPr>
          <p:grpSpPr>
            <a:xfrm>
              <a:off x="-2276325" y="245976"/>
              <a:ext cx="4558967" cy="134100"/>
              <a:chOff x="796100" y="3019701"/>
              <a:chExt cx="4558967" cy="134100"/>
            </a:xfrm>
          </p:grpSpPr>
          <p:sp>
            <p:nvSpPr>
              <p:cNvPr id="240" name="Google Shape;240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1" name="Google Shape;241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42" name="Google Shape;242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3" name="Google Shape;243;p5"/>
          <p:cNvGrpSpPr/>
          <p:nvPr/>
        </p:nvGrpSpPr>
        <p:grpSpPr>
          <a:xfrm>
            <a:off x="6795100" y="3095213"/>
            <a:ext cx="4558967" cy="2438355"/>
            <a:chOff x="6490300" y="2866613"/>
            <a:chExt cx="4558967" cy="2438355"/>
          </a:xfrm>
        </p:grpSpPr>
        <p:grpSp>
          <p:nvGrpSpPr>
            <p:cNvPr id="244" name="Google Shape;244;p5"/>
            <p:cNvGrpSpPr/>
            <p:nvPr/>
          </p:nvGrpSpPr>
          <p:grpSpPr>
            <a:xfrm>
              <a:off x="7340128" y="2866613"/>
              <a:ext cx="2439225" cy="2438355"/>
              <a:chOff x="7340128" y="2866613"/>
              <a:chExt cx="2439225" cy="2438355"/>
            </a:xfrm>
          </p:grpSpPr>
          <p:sp>
            <p:nvSpPr>
              <p:cNvPr id="245" name="Google Shape;245;p5"/>
              <p:cNvSpPr/>
              <p:nvPr/>
            </p:nvSpPr>
            <p:spPr>
              <a:xfrm rot="2700000" flipH="1">
                <a:off x="8012290" y="2875755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5"/>
              <p:cNvSpPr/>
              <p:nvPr/>
            </p:nvSpPr>
            <p:spPr>
              <a:xfrm rot="2700000" flipH="1">
                <a:off x="8125398" y="2987994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7" name="Google Shape;247;p5"/>
            <p:cNvGrpSpPr/>
            <p:nvPr/>
          </p:nvGrpSpPr>
          <p:grpSpPr>
            <a:xfrm rot="10800000">
              <a:off x="6490300" y="4774026"/>
              <a:ext cx="4558967" cy="134100"/>
              <a:chOff x="796100" y="3019701"/>
              <a:chExt cx="4558967" cy="134100"/>
            </a:xfrm>
          </p:grpSpPr>
          <p:sp>
            <p:nvSpPr>
              <p:cNvPr id="248" name="Google Shape;248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9" name="Google Shape;249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0" name="Google Shape;250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9"/>
          <p:cNvSpPr txBox="1">
            <a:spLocks noGrp="1"/>
          </p:cNvSpPr>
          <p:nvPr>
            <p:ph type="title"/>
          </p:nvPr>
        </p:nvSpPr>
        <p:spPr>
          <a:xfrm>
            <a:off x="720000" y="919750"/>
            <a:ext cx="3145200" cy="140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9"/>
          <p:cNvSpPr txBox="1">
            <a:spLocks noGrp="1"/>
          </p:cNvSpPr>
          <p:nvPr>
            <p:ph type="subTitle" idx="1"/>
          </p:nvPr>
        </p:nvSpPr>
        <p:spPr>
          <a:xfrm>
            <a:off x="720000" y="2628350"/>
            <a:ext cx="3145200" cy="15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378" name="Google Shape;378;p9"/>
          <p:cNvSpPr>
            <a:spLocks noGrp="1"/>
          </p:cNvSpPr>
          <p:nvPr>
            <p:ph type="pic" idx="2"/>
          </p:nvPr>
        </p:nvSpPr>
        <p:spPr>
          <a:xfrm>
            <a:off x="4135800" y="539500"/>
            <a:ext cx="4295100" cy="40692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grpSp>
        <p:nvGrpSpPr>
          <p:cNvPr id="379" name="Google Shape;379;p9"/>
          <p:cNvGrpSpPr/>
          <p:nvPr/>
        </p:nvGrpSpPr>
        <p:grpSpPr>
          <a:xfrm>
            <a:off x="-2393465" y="-1635538"/>
            <a:ext cx="4710415" cy="5344655"/>
            <a:chOff x="-2317265" y="-1559338"/>
            <a:chExt cx="4710415" cy="5344655"/>
          </a:xfrm>
        </p:grpSpPr>
        <p:pic>
          <p:nvPicPr>
            <p:cNvPr id="380" name="Google Shape;380;p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-2317265" y="-1559338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1" name="Google Shape;381;p9"/>
            <p:cNvGrpSpPr/>
            <p:nvPr/>
          </p:nvGrpSpPr>
          <p:grpSpPr>
            <a:xfrm>
              <a:off x="-1322674" y="-1333888"/>
              <a:ext cx="3153315" cy="5119205"/>
              <a:chOff x="6643701" y="816087"/>
              <a:chExt cx="3153315" cy="5119205"/>
            </a:xfrm>
          </p:grpSpPr>
          <p:sp>
            <p:nvSpPr>
              <p:cNvPr id="382" name="Google Shape;382;p9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83" name="Google Shape;383;p9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84" name="Google Shape;384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" name="Google Shape;385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6" name="Google Shape;386;p9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87" name="Google Shape;387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" name="Google Shape;388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9" name="Google Shape;389;p9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390" name="Google Shape;390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" name="Google Shape;391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92" name="Google Shape;392;p9"/>
            <p:cNvGrpSpPr/>
            <p:nvPr/>
          </p:nvGrpSpPr>
          <p:grpSpPr>
            <a:xfrm>
              <a:off x="121568" y="-846844"/>
              <a:ext cx="88151" cy="2151709"/>
              <a:chOff x="3054755" y="4367024"/>
              <a:chExt cx="88142" cy="1137387"/>
            </a:xfrm>
          </p:grpSpPr>
          <p:sp>
            <p:nvSpPr>
              <p:cNvPr id="393" name="Google Shape;393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5" name="Google Shape;395;p9"/>
            <p:cNvGrpSpPr/>
            <p:nvPr/>
          </p:nvGrpSpPr>
          <p:grpSpPr>
            <a:xfrm>
              <a:off x="361243" y="-718832"/>
              <a:ext cx="88151" cy="2151709"/>
              <a:chOff x="3054755" y="4367024"/>
              <a:chExt cx="88142" cy="1137387"/>
            </a:xfrm>
          </p:grpSpPr>
          <p:sp>
            <p:nvSpPr>
              <p:cNvPr id="396" name="Google Shape;396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98" name="Google Shape;398;p9"/>
            <p:cNvSpPr/>
            <p:nvPr/>
          </p:nvSpPr>
          <p:spPr>
            <a:xfrm rot="5400000">
              <a:off x="501466" y="-1277128"/>
              <a:ext cx="1031181" cy="275218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9" name="Google Shape;399;p9"/>
            <p:cNvGrpSpPr/>
            <p:nvPr/>
          </p:nvGrpSpPr>
          <p:grpSpPr>
            <a:xfrm>
              <a:off x="-175967" y="337269"/>
              <a:ext cx="480890" cy="481200"/>
              <a:chOff x="959750" y="3039275"/>
              <a:chExt cx="582050" cy="582425"/>
            </a:xfrm>
          </p:grpSpPr>
          <p:sp>
            <p:nvSpPr>
              <p:cNvPr id="400" name="Google Shape;400;p9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9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9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07" name="Google Shape;407;p9"/>
          <p:cNvGrpSpPr/>
          <p:nvPr/>
        </p:nvGrpSpPr>
        <p:grpSpPr>
          <a:xfrm>
            <a:off x="6719910" y="2898312"/>
            <a:ext cx="3920501" cy="3213899"/>
            <a:chOff x="6643710" y="2822113"/>
            <a:chExt cx="3920501" cy="3213899"/>
          </a:xfrm>
        </p:grpSpPr>
        <p:sp>
          <p:nvSpPr>
            <p:cNvPr id="408" name="Google Shape;408;p9"/>
            <p:cNvSpPr/>
            <p:nvPr/>
          </p:nvSpPr>
          <p:spPr>
            <a:xfrm>
              <a:off x="8764950" y="2822113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09" name="Google Shape;409;p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0" name="Google Shape;410;p9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411" name="Google Shape;411;p9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9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4" name="Google Shape;414;p9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415" name="Google Shape;415;p9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9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9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18" name="Google Shape;418;p9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9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0" name="Google Shape;420;p9"/>
          <p:cNvGrpSpPr/>
          <p:nvPr/>
        </p:nvGrpSpPr>
        <p:grpSpPr>
          <a:xfrm>
            <a:off x="-1953175" y="4816451"/>
            <a:ext cx="4558967" cy="134100"/>
            <a:chOff x="796100" y="3019701"/>
            <a:chExt cx="4558967" cy="134100"/>
          </a:xfrm>
        </p:grpSpPr>
        <p:sp>
          <p:nvSpPr>
            <p:cNvPr id="421" name="Google Shape;421;p9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22" name="Google Shape;422;p9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23" name="Google Shape;423;p9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13"/>
          <p:cNvSpPr txBox="1">
            <a:spLocks noGrp="1"/>
          </p:cNvSpPr>
          <p:nvPr>
            <p:ph type="subTitle" idx="1"/>
          </p:nvPr>
        </p:nvSpPr>
        <p:spPr>
          <a:xfrm>
            <a:off x="720000" y="2244725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13"/>
          <p:cNvSpPr txBox="1">
            <a:spLocks noGrp="1"/>
          </p:cNvSpPr>
          <p:nvPr>
            <p:ph type="subTitle" idx="2"/>
          </p:nvPr>
        </p:nvSpPr>
        <p:spPr>
          <a:xfrm>
            <a:off x="4366700" y="2244725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13"/>
          <p:cNvSpPr txBox="1">
            <a:spLocks noGrp="1"/>
          </p:cNvSpPr>
          <p:nvPr>
            <p:ph type="subTitle" idx="3"/>
          </p:nvPr>
        </p:nvSpPr>
        <p:spPr>
          <a:xfrm>
            <a:off x="720000" y="3940900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9" name="Google Shape;499;p13"/>
          <p:cNvSpPr txBox="1">
            <a:spLocks noGrp="1"/>
          </p:cNvSpPr>
          <p:nvPr>
            <p:ph type="subTitle" idx="4"/>
          </p:nvPr>
        </p:nvSpPr>
        <p:spPr>
          <a:xfrm>
            <a:off x="4366700" y="3940900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0" name="Google Shape;500;p13"/>
          <p:cNvSpPr txBox="1">
            <a:spLocks noGrp="1"/>
          </p:cNvSpPr>
          <p:nvPr>
            <p:ph type="title" idx="5" hasCustomPrompt="1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3"/>
          <p:cNvSpPr txBox="1">
            <a:spLocks noGrp="1"/>
          </p:cNvSpPr>
          <p:nvPr>
            <p:ph type="title" idx="6" hasCustomPrompt="1"/>
          </p:nvPr>
        </p:nvSpPr>
        <p:spPr>
          <a:xfrm>
            <a:off x="720003" y="3040971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2" name="Google Shape;502;p13"/>
          <p:cNvSpPr txBox="1">
            <a:spLocks noGrp="1"/>
          </p:cNvSpPr>
          <p:nvPr>
            <p:ph type="title" idx="7" hasCustomPrompt="1"/>
          </p:nvPr>
        </p:nvSpPr>
        <p:spPr>
          <a:xfrm>
            <a:off x="4366698" y="1344775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3"/>
          <p:cNvSpPr txBox="1">
            <a:spLocks noGrp="1"/>
          </p:cNvSpPr>
          <p:nvPr>
            <p:ph type="title" idx="8" hasCustomPrompt="1"/>
          </p:nvPr>
        </p:nvSpPr>
        <p:spPr>
          <a:xfrm>
            <a:off x="4366698" y="3040971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4" name="Google Shape;504;p13"/>
          <p:cNvSpPr txBox="1">
            <a:spLocks noGrp="1"/>
          </p:cNvSpPr>
          <p:nvPr>
            <p:ph type="subTitle" idx="9"/>
          </p:nvPr>
        </p:nvSpPr>
        <p:spPr>
          <a:xfrm>
            <a:off x="720000" y="1918675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505" name="Google Shape;505;p13"/>
          <p:cNvSpPr txBox="1">
            <a:spLocks noGrp="1"/>
          </p:cNvSpPr>
          <p:nvPr>
            <p:ph type="subTitle" idx="13"/>
          </p:nvPr>
        </p:nvSpPr>
        <p:spPr>
          <a:xfrm>
            <a:off x="4366698" y="1918675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506" name="Google Shape;506;p13"/>
          <p:cNvSpPr txBox="1">
            <a:spLocks noGrp="1"/>
          </p:cNvSpPr>
          <p:nvPr>
            <p:ph type="subTitle" idx="14"/>
          </p:nvPr>
        </p:nvSpPr>
        <p:spPr>
          <a:xfrm>
            <a:off x="720000" y="3614801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507" name="Google Shape;507;p13"/>
          <p:cNvSpPr txBox="1">
            <a:spLocks noGrp="1"/>
          </p:cNvSpPr>
          <p:nvPr>
            <p:ph type="subTitle" idx="15"/>
          </p:nvPr>
        </p:nvSpPr>
        <p:spPr>
          <a:xfrm>
            <a:off x="4366698" y="3614801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508" name="Google Shape;508;p13"/>
          <p:cNvGrpSpPr/>
          <p:nvPr/>
        </p:nvGrpSpPr>
        <p:grpSpPr>
          <a:xfrm>
            <a:off x="-808923" y="2711465"/>
            <a:ext cx="2097951" cy="3309497"/>
            <a:chOff x="-656523" y="2711465"/>
            <a:chExt cx="2097951" cy="3309497"/>
          </a:xfrm>
        </p:grpSpPr>
        <p:sp>
          <p:nvSpPr>
            <p:cNvPr id="509" name="Google Shape;509;p13"/>
            <p:cNvSpPr/>
            <p:nvPr/>
          </p:nvSpPr>
          <p:spPr>
            <a:xfrm flipH="1">
              <a:off x="-352474" y="4279466"/>
              <a:ext cx="1139424" cy="986746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0" name="Google Shape;510;p13"/>
            <p:cNvGrpSpPr/>
            <p:nvPr/>
          </p:nvGrpSpPr>
          <p:grpSpPr>
            <a:xfrm>
              <a:off x="323479" y="4682324"/>
              <a:ext cx="328346" cy="328531"/>
              <a:chOff x="3678700" y="407275"/>
              <a:chExt cx="708100" cy="708500"/>
            </a:xfrm>
          </p:grpSpPr>
          <p:sp>
            <p:nvSpPr>
              <p:cNvPr id="511" name="Google Shape;511;p13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13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3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13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13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13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13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8" name="Google Shape;518;p13"/>
            <p:cNvGrpSpPr/>
            <p:nvPr/>
          </p:nvGrpSpPr>
          <p:grpSpPr>
            <a:xfrm>
              <a:off x="-541317" y="2711465"/>
              <a:ext cx="1117945" cy="1598547"/>
              <a:chOff x="-541317" y="2711465"/>
              <a:chExt cx="1117945" cy="1598547"/>
            </a:xfrm>
          </p:grpSpPr>
          <p:sp>
            <p:nvSpPr>
              <p:cNvPr id="519" name="Google Shape;51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dk2">
                  <a:alpha val="3136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0" name="Google Shape;52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1" name="Google Shape;52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" name="Google Shape;52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23" name="Google Shape;523;p13"/>
            <p:cNvGrpSpPr/>
            <p:nvPr/>
          </p:nvGrpSpPr>
          <p:grpSpPr>
            <a:xfrm rot="-9080766">
              <a:off x="-341725" y="3731687"/>
              <a:ext cx="1117904" cy="1598488"/>
              <a:chOff x="-541317" y="2711465"/>
              <a:chExt cx="1117945" cy="1598547"/>
            </a:xfrm>
          </p:grpSpPr>
          <p:sp>
            <p:nvSpPr>
              <p:cNvPr id="524" name="Google Shape;524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dk2">
                  <a:alpha val="3136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5" name="Google Shape;525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6" name="Google Shape;526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" name="Google Shape;527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28" name="Google Shape;528;p13"/>
            <p:cNvGrpSpPr/>
            <p:nvPr/>
          </p:nvGrpSpPr>
          <p:grpSpPr>
            <a:xfrm rot="10800000">
              <a:off x="323483" y="4422415"/>
              <a:ext cx="1117945" cy="1598547"/>
              <a:chOff x="-541317" y="2711465"/>
              <a:chExt cx="1117945" cy="1598547"/>
            </a:xfrm>
          </p:grpSpPr>
          <p:sp>
            <p:nvSpPr>
              <p:cNvPr id="529" name="Google Shape;52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dk2">
                  <a:alpha val="3136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30" name="Google Shape;53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31" name="Google Shape;53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" name="Google Shape;53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533" name="Google Shape;533;p13"/>
          <p:cNvGrpSpPr/>
          <p:nvPr/>
        </p:nvGrpSpPr>
        <p:grpSpPr>
          <a:xfrm>
            <a:off x="6470875" y="-1735180"/>
            <a:ext cx="4257000" cy="4171657"/>
            <a:chOff x="6394675" y="-1658980"/>
            <a:chExt cx="4257000" cy="4171657"/>
          </a:xfrm>
        </p:grpSpPr>
        <p:grpSp>
          <p:nvGrpSpPr>
            <p:cNvPr id="534" name="Google Shape;534;p13"/>
            <p:cNvGrpSpPr/>
            <p:nvPr/>
          </p:nvGrpSpPr>
          <p:grpSpPr>
            <a:xfrm rot="-2700000" flipH="1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535" name="Google Shape;535;p1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1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1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8" name="Google Shape;538;p13"/>
            <p:cNvSpPr/>
            <p:nvPr/>
          </p:nvSpPr>
          <p:spPr>
            <a:xfrm>
              <a:off x="6394675" y="0"/>
              <a:ext cx="284119" cy="246048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0C0A9E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3"/>
            <p:cNvSpPr/>
            <p:nvPr/>
          </p:nvSpPr>
          <p:spPr>
            <a:xfrm>
              <a:off x="6627600" y="-49075"/>
              <a:ext cx="570546" cy="494095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0" name="Google Shape;540;p13"/>
          <p:cNvGrpSpPr/>
          <p:nvPr/>
        </p:nvGrpSpPr>
        <p:grpSpPr>
          <a:xfrm>
            <a:off x="-113888" y="229201"/>
            <a:ext cx="1891393" cy="134100"/>
            <a:chOff x="-113888" y="229201"/>
            <a:chExt cx="1891393" cy="134100"/>
          </a:xfrm>
        </p:grpSpPr>
        <p:sp>
          <p:nvSpPr>
            <p:cNvPr id="541" name="Google Shape;541;p13"/>
            <p:cNvSpPr/>
            <p:nvPr/>
          </p:nvSpPr>
          <p:spPr>
            <a:xfrm>
              <a:off x="1643404" y="2292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42" name="Google Shape;542;p13"/>
            <p:cNvCxnSpPr/>
            <p:nvPr/>
          </p:nvCxnSpPr>
          <p:spPr>
            <a:xfrm rot="10800000">
              <a:off x="783712" y="-601348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43" name="Google Shape;543;p13"/>
            <p:cNvSpPr/>
            <p:nvPr/>
          </p:nvSpPr>
          <p:spPr>
            <a:xfrm>
              <a:off x="1673517" y="2593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617" name="Google Shape;617;p16"/>
          <p:cNvGrpSpPr/>
          <p:nvPr/>
        </p:nvGrpSpPr>
        <p:grpSpPr>
          <a:xfrm>
            <a:off x="7810267" y="-622132"/>
            <a:ext cx="2587792" cy="2725916"/>
            <a:chOff x="7810267" y="-622132"/>
            <a:chExt cx="2587792" cy="2725916"/>
          </a:xfrm>
        </p:grpSpPr>
        <p:grpSp>
          <p:nvGrpSpPr>
            <p:cNvPr id="618" name="Google Shape;618;p16"/>
            <p:cNvGrpSpPr/>
            <p:nvPr/>
          </p:nvGrpSpPr>
          <p:grpSpPr>
            <a:xfrm>
              <a:off x="8520988" y="-90875"/>
              <a:ext cx="904666" cy="726121"/>
              <a:chOff x="7945225" y="4302000"/>
              <a:chExt cx="904666" cy="726121"/>
            </a:xfrm>
          </p:grpSpPr>
          <p:sp>
            <p:nvSpPr>
              <p:cNvPr id="619" name="Google Shape;619;p16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16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16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2" name="Google Shape;622;p16"/>
            <p:cNvGrpSpPr/>
            <p:nvPr/>
          </p:nvGrpSpPr>
          <p:grpSpPr>
            <a:xfrm>
              <a:off x="8869019" y="-622132"/>
              <a:ext cx="325154" cy="1788670"/>
              <a:chOff x="8869019" y="-622132"/>
              <a:chExt cx="325154" cy="1788670"/>
            </a:xfrm>
          </p:grpSpPr>
          <p:sp>
            <p:nvSpPr>
              <p:cNvPr id="623" name="Google Shape;623;p16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>
                      <a:alpha val="31360"/>
                    </a:scheme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24" name="Google Shape;624;p16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25" name="Google Shape;625;p1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6" name="Google Shape;626;p1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627" name="Google Shape;627;p16"/>
            <p:cNvSpPr/>
            <p:nvPr/>
          </p:nvSpPr>
          <p:spPr>
            <a:xfrm rot="2700000">
              <a:off x="8482428" y="-422541"/>
              <a:ext cx="981794" cy="2307832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 rot="2700000">
              <a:off x="8744103" y="-213191"/>
              <a:ext cx="981794" cy="2307832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9" name="Google Shape;629;p16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630" name="Google Shape;630;p16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31" name="Google Shape;631;p16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632" name="Google Shape;632;p16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31360"/>
                    </a:schemeClr>
                  </a:gs>
                  <a:gs pos="40000">
                    <a:srgbClr val="FF9900">
                      <a:alpha val="40784"/>
                      <a:alpha val="31360"/>
                    </a:srgb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33" name="Google Shape;633;p16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34" name="Google Shape;634;p1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" name="Google Shape;635;p1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636" name="Google Shape;636;p16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637" name="Google Shape;637;p16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16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640" name="Google Shape;640;p16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1" name="Google Shape;641;p16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42" name="Google Shape;642;p16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643" name="Google Shape;643;p16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44" name="Google Shape;644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5" name="Google Shape;645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6" name="Google Shape;646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7" name="Google Shape;647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8" name="Google Shape;648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9" name="Google Shape;649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0" name="Google Shape;650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51" name="Google Shape;651;p16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52" name="Google Shape;652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3" name="Google Shape;653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4" name="Google Shape;654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5" name="Google Shape;655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6" name="Google Shape;656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7" name="Google Shape;657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8" name="Google Shape;658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59" name="Google Shape;659;p16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660" name="Google Shape;660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1" name="Google Shape;661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2" name="Google Shape;662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3" name="Google Shape;663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4" name="Google Shape;664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5" name="Google Shape;665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6" name="Google Shape;666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67" name="Google Shape;667;p16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668" name="Google Shape;668;p1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69" name="Google Shape;669;p1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70" name="Google Shape;670;p1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61" name="Google Shape;761;p19"/>
          <p:cNvSpPr txBox="1">
            <a:spLocks noGrp="1"/>
          </p:cNvSpPr>
          <p:nvPr>
            <p:ph type="subTitle" idx="1"/>
          </p:nvPr>
        </p:nvSpPr>
        <p:spPr>
          <a:xfrm>
            <a:off x="4881006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2" name="Google Shape;762;p19"/>
          <p:cNvSpPr txBox="1">
            <a:spLocks noGrp="1"/>
          </p:cNvSpPr>
          <p:nvPr>
            <p:ph type="subTitle" idx="2"/>
          </p:nvPr>
        </p:nvSpPr>
        <p:spPr>
          <a:xfrm>
            <a:off x="720000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63" name="Google Shape;763;p19"/>
          <p:cNvGrpSpPr/>
          <p:nvPr/>
        </p:nvGrpSpPr>
        <p:grpSpPr>
          <a:xfrm>
            <a:off x="-96329" y="4888563"/>
            <a:ext cx="1590408" cy="88125"/>
            <a:chOff x="124624" y="4953514"/>
            <a:chExt cx="1137387" cy="88142"/>
          </a:xfrm>
        </p:grpSpPr>
        <p:sp>
          <p:nvSpPr>
            <p:cNvPr id="764" name="Google Shape;764;p19"/>
            <p:cNvSpPr/>
            <p:nvPr/>
          </p:nvSpPr>
          <p:spPr>
            <a:xfrm rot="5400000">
              <a:off x="687043" y="4391096"/>
              <a:ext cx="12551" cy="1137387"/>
            </a:xfrm>
            <a:custGeom>
              <a:avLst/>
              <a:gdLst/>
              <a:ahLst/>
              <a:cxnLst/>
              <a:rect l="l" t="t" r="r" b="b"/>
              <a:pathLst>
                <a:path w="306" h="27731" extrusionOk="0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9"/>
            <p:cNvSpPr/>
            <p:nvPr/>
          </p:nvSpPr>
          <p:spPr>
            <a:xfrm rot="5400000">
              <a:off x="687063" y="4466709"/>
              <a:ext cx="12510" cy="1137387"/>
            </a:xfrm>
            <a:custGeom>
              <a:avLst/>
              <a:gdLst/>
              <a:ahLst/>
              <a:cxnLst/>
              <a:rect l="l" t="t" r="r" b="b"/>
              <a:pathLst>
                <a:path w="305" h="27731" extrusionOk="0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6" name="Google Shape;766;p19"/>
          <p:cNvGrpSpPr/>
          <p:nvPr/>
        </p:nvGrpSpPr>
        <p:grpSpPr>
          <a:xfrm>
            <a:off x="6883700" y="1385725"/>
            <a:ext cx="4028179" cy="5283555"/>
            <a:chOff x="6883700" y="1385725"/>
            <a:chExt cx="4028179" cy="5283555"/>
          </a:xfrm>
        </p:grpSpPr>
        <p:sp>
          <p:nvSpPr>
            <p:cNvPr id="767" name="Google Shape;767;p19"/>
            <p:cNvSpPr/>
            <p:nvPr/>
          </p:nvSpPr>
          <p:spPr>
            <a:xfrm>
              <a:off x="6883700" y="1407586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9"/>
            <p:cNvSpPr/>
            <p:nvPr/>
          </p:nvSpPr>
          <p:spPr>
            <a:xfrm>
              <a:off x="7842318" y="1385725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9"/>
            <p:cNvSpPr/>
            <p:nvPr/>
          </p:nvSpPr>
          <p:spPr>
            <a:xfrm>
              <a:off x="7734200" y="2571774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9"/>
            <p:cNvSpPr/>
            <p:nvPr/>
          </p:nvSpPr>
          <p:spPr>
            <a:xfrm>
              <a:off x="7758564" y="1550075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1" name="Google Shape;771;p19"/>
          <p:cNvGrpSpPr/>
          <p:nvPr/>
        </p:nvGrpSpPr>
        <p:grpSpPr>
          <a:xfrm>
            <a:off x="4598006" y="-1699037"/>
            <a:ext cx="5579794" cy="3203424"/>
            <a:chOff x="4521806" y="-1546637"/>
            <a:chExt cx="5579794" cy="3203424"/>
          </a:xfrm>
        </p:grpSpPr>
        <p:grpSp>
          <p:nvGrpSpPr>
            <p:cNvPr id="772" name="Google Shape;772;p19"/>
            <p:cNvGrpSpPr/>
            <p:nvPr/>
          </p:nvGrpSpPr>
          <p:grpSpPr>
            <a:xfrm>
              <a:off x="4619858" y="-154439"/>
              <a:ext cx="916824" cy="700199"/>
              <a:chOff x="4619858" y="-154439"/>
              <a:chExt cx="916824" cy="700199"/>
            </a:xfrm>
          </p:grpSpPr>
          <p:sp>
            <p:nvSpPr>
              <p:cNvPr id="773" name="Google Shape;773;p19"/>
              <p:cNvSpPr/>
              <p:nvPr/>
            </p:nvSpPr>
            <p:spPr>
              <a:xfrm>
                <a:off x="4823308" y="126723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19"/>
              <p:cNvSpPr/>
              <p:nvPr/>
            </p:nvSpPr>
            <p:spPr>
              <a:xfrm>
                <a:off x="4619858" y="-114577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19"/>
              <p:cNvSpPr/>
              <p:nvPr/>
            </p:nvSpPr>
            <p:spPr>
              <a:xfrm>
                <a:off x="5052808" y="-154439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776" name="Google Shape;776;p1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5904350" y="-1546637"/>
              <a:ext cx="4197251" cy="3203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7" name="Google Shape;777;p19"/>
            <p:cNvSpPr/>
            <p:nvPr/>
          </p:nvSpPr>
          <p:spPr>
            <a:xfrm rot="-5400000">
              <a:off x="5282845" y="-105894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9"/>
            <p:cNvSpPr/>
            <p:nvPr/>
          </p:nvSpPr>
          <p:spPr>
            <a:xfrm rot="-5400000">
              <a:off x="5282230" y="-899603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79" name="Google Shape;779;p19"/>
            <p:cNvGrpSpPr/>
            <p:nvPr/>
          </p:nvGrpSpPr>
          <p:grpSpPr>
            <a:xfrm rot="10800000">
              <a:off x="8323180" y="210225"/>
              <a:ext cx="1493503" cy="88125"/>
              <a:chOff x="124624" y="4953514"/>
              <a:chExt cx="1137387" cy="88142"/>
            </a:xfrm>
          </p:grpSpPr>
          <p:sp>
            <p:nvSpPr>
              <p:cNvPr id="780" name="Google Shape;780;p19"/>
              <p:cNvSpPr/>
              <p:nvPr/>
            </p:nvSpPr>
            <p:spPr>
              <a:xfrm rot="5400000">
                <a:off x="687043" y="4391096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19"/>
              <p:cNvSpPr/>
              <p:nvPr/>
            </p:nvSpPr>
            <p:spPr>
              <a:xfrm rot="5400000">
                <a:off x="687063" y="4466709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2" name="Google Shape;782;p19"/>
            <p:cNvGrpSpPr/>
            <p:nvPr/>
          </p:nvGrpSpPr>
          <p:grpSpPr>
            <a:xfrm>
              <a:off x="4619231" y="-32636"/>
              <a:ext cx="254987" cy="255131"/>
              <a:chOff x="3678700" y="407275"/>
              <a:chExt cx="708100" cy="708500"/>
            </a:xfrm>
          </p:grpSpPr>
          <p:sp>
            <p:nvSpPr>
              <p:cNvPr id="783" name="Google Shape;783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0" name="Google Shape;790;p19"/>
            <p:cNvGrpSpPr/>
            <p:nvPr/>
          </p:nvGrpSpPr>
          <p:grpSpPr>
            <a:xfrm>
              <a:off x="4521806" y="126714"/>
              <a:ext cx="254987" cy="255131"/>
              <a:chOff x="3678700" y="407275"/>
              <a:chExt cx="708100" cy="708500"/>
            </a:xfrm>
          </p:grpSpPr>
          <p:sp>
            <p:nvSpPr>
              <p:cNvPr id="791" name="Google Shape;791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75" name="Google Shape;975;p23"/>
          <p:cNvSpPr txBox="1">
            <a:spLocks noGrp="1"/>
          </p:cNvSpPr>
          <p:nvPr>
            <p:ph type="subTitle" idx="1"/>
          </p:nvPr>
        </p:nvSpPr>
        <p:spPr>
          <a:xfrm>
            <a:off x="713225" y="2041525"/>
            <a:ext cx="5578500" cy="6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76" name="Google Shape;976;p23"/>
          <p:cNvSpPr txBox="1">
            <a:spLocks noGrp="1"/>
          </p:cNvSpPr>
          <p:nvPr>
            <p:ph type="subTitle" idx="2"/>
          </p:nvPr>
        </p:nvSpPr>
        <p:spPr>
          <a:xfrm>
            <a:off x="713225" y="3366650"/>
            <a:ext cx="5578500" cy="6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77" name="Google Shape;977;p23"/>
          <p:cNvSpPr txBox="1">
            <a:spLocks noGrp="1"/>
          </p:cNvSpPr>
          <p:nvPr>
            <p:ph type="subTitle" idx="3"/>
          </p:nvPr>
        </p:nvSpPr>
        <p:spPr>
          <a:xfrm>
            <a:off x="713225" y="1679400"/>
            <a:ext cx="55785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978" name="Google Shape;978;p23"/>
          <p:cNvSpPr txBox="1">
            <a:spLocks noGrp="1"/>
          </p:cNvSpPr>
          <p:nvPr>
            <p:ph type="subTitle" idx="4"/>
          </p:nvPr>
        </p:nvSpPr>
        <p:spPr>
          <a:xfrm>
            <a:off x="713225" y="3040550"/>
            <a:ext cx="55785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979" name="Google Shape;979;p23"/>
          <p:cNvGrpSpPr/>
          <p:nvPr/>
        </p:nvGrpSpPr>
        <p:grpSpPr>
          <a:xfrm rot="-5400000" flipH="1">
            <a:off x="6239121" y="1032770"/>
            <a:ext cx="5022035" cy="4764449"/>
            <a:chOff x="4571996" y="2268220"/>
            <a:chExt cx="5022035" cy="4764449"/>
          </a:xfrm>
        </p:grpSpPr>
        <p:pic>
          <p:nvPicPr>
            <p:cNvPr id="980" name="Google Shape;980;p23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81" name="Google Shape;981;p23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982" name="Google Shape;982;p23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983" name="Google Shape;983;p23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" h="27731" extrusionOk="0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4" name="Google Shape;984;p23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" h="27731" extrusionOk="0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85" name="Google Shape;985;p23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986" name="Google Shape;986;p23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78" h="115794" extrusionOk="0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7" name="Google Shape;987;p23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320" h="74550" extrusionOk="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8" name="Google Shape;988;p23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82" h="124813" extrusionOk="0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89" name="Google Shape;989;p23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990" name="Google Shape;990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91" name="Google Shape;991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992" name="Google Shape;992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93" name="Google Shape;993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94" name="Google Shape;994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95" name="Google Shape;995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96" name="Google Shape;996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97" name="Google Shape;997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998" name="Google Shape;998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99" name="Google Shape;999;p23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1000" name="Google Shape;1000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01" name="Google Shape;1001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002" name="Google Shape;1002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03" name="Google Shape;1003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04" name="Google Shape;1004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05" name="Google Shape;1005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06" name="Google Shape;1006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07" name="Google Shape;1007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1008" name="Google Shape;1008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009" name="Google Shape;1009;p23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1010" name="Google Shape;1010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11" name="Google Shape;1011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012" name="Google Shape;1012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13" name="Google Shape;1013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14" name="Google Shape;1014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15" name="Google Shape;1015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16" name="Google Shape;1016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17" name="Google Shape;1017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1018" name="Google Shape;1018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019" name="Google Shape;1019;p23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1020" name="Google Shape;1020;p23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1" name="Google Shape;1021;p23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022" name="Google Shape;1022;p23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1023" name="Google Shape;1023;p23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23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025" name="Google Shape;1025;p23"/>
          <p:cNvPicPr preferRelativeResize="0"/>
          <p:nvPr/>
        </p:nvPicPr>
        <p:blipFill rotWithShape="1">
          <a:blip r:embed="rId2">
            <a:alphaModFix/>
          </a:blip>
          <a:srcRect l="16960" t="24718" r="7121" b="26177"/>
          <a:stretch/>
        </p:blipFill>
        <p:spPr>
          <a:xfrm rot="5400000">
            <a:off x="-1432850" y="882950"/>
            <a:ext cx="2441950" cy="18637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6" name="Google Shape;1026;p23"/>
          <p:cNvGrpSpPr/>
          <p:nvPr/>
        </p:nvGrpSpPr>
        <p:grpSpPr>
          <a:xfrm rot="10800000">
            <a:off x="6045700" y="237976"/>
            <a:ext cx="4558967" cy="134100"/>
            <a:chOff x="796100" y="3019701"/>
            <a:chExt cx="4558967" cy="134100"/>
          </a:xfrm>
        </p:grpSpPr>
        <p:sp>
          <p:nvSpPr>
            <p:cNvPr id="1027" name="Google Shape;1027;p23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28" name="Google Shape;1028;p23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29" name="Google Shape;1029;p23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0" name="Google Shape;1030;p23"/>
          <p:cNvGrpSpPr/>
          <p:nvPr/>
        </p:nvGrpSpPr>
        <p:grpSpPr>
          <a:xfrm>
            <a:off x="-1143750" y="3925887"/>
            <a:ext cx="4558967" cy="1517787"/>
            <a:chOff x="-1143750" y="3849687"/>
            <a:chExt cx="4558967" cy="1517787"/>
          </a:xfrm>
        </p:grpSpPr>
        <p:grpSp>
          <p:nvGrpSpPr>
            <p:cNvPr id="1031" name="Google Shape;1031;p23"/>
            <p:cNvGrpSpPr/>
            <p:nvPr/>
          </p:nvGrpSpPr>
          <p:grpSpPr>
            <a:xfrm rot="5400000">
              <a:off x="-805838" y="4155104"/>
              <a:ext cx="1517787" cy="906953"/>
              <a:chOff x="-55500" y="4835979"/>
              <a:chExt cx="1517787" cy="906953"/>
            </a:xfrm>
          </p:grpSpPr>
          <p:sp>
            <p:nvSpPr>
              <p:cNvPr id="1032" name="Google Shape;1032;p23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23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23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23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6" name="Google Shape;1036;p23"/>
            <p:cNvGrpSpPr/>
            <p:nvPr/>
          </p:nvGrpSpPr>
          <p:grpSpPr>
            <a:xfrm>
              <a:off x="-549966" y="3946426"/>
              <a:ext cx="2833357" cy="1421047"/>
              <a:chOff x="-677366" y="4067276"/>
              <a:chExt cx="2833357" cy="1421047"/>
            </a:xfrm>
          </p:grpSpPr>
          <p:sp>
            <p:nvSpPr>
              <p:cNvPr id="1037" name="Google Shape;1037;p23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38" name="Google Shape;1038;p23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039" name="Google Shape;1039;p2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0" name="Google Shape;1040;p2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041" name="Google Shape;1041;p23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042" name="Google Shape;1042;p2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3" name="Google Shape;1043;p2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044" name="Google Shape;1044;p23"/>
            <p:cNvSpPr/>
            <p:nvPr/>
          </p:nvSpPr>
          <p:spPr>
            <a:xfrm rot="-5400000">
              <a:off x="362395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45" name="Google Shape;1045;p23"/>
            <p:cNvGrpSpPr/>
            <p:nvPr/>
          </p:nvGrpSpPr>
          <p:grpSpPr>
            <a:xfrm>
              <a:off x="-1143750" y="4741576"/>
              <a:ext cx="4558967" cy="134100"/>
              <a:chOff x="796100" y="3019701"/>
              <a:chExt cx="4558967" cy="134100"/>
            </a:xfrm>
          </p:grpSpPr>
          <p:sp>
            <p:nvSpPr>
              <p:cNvPr id="1046" name="Google Shape;1046;p23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47" name="Google Shape;1047;p23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48" name="Google Shape;1048;p23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0" name="Google Shape;1050;p24"/>
          <p:cNvGrpSpPr/>
          <p:nvPr/>
        </p:nvGrpSpPr>
        <p:grpSpPr>
          <a:xfrm>
            <a:off x="7059553" y="-2136808"/>
            <a:ext cx="4192757" cy="4558967"/>
            <a:chOff x="6983353" y="-2136808"/>
            <a:chExt cx="4192757" cy="4558967"/>
          </a:xfrm>
        </p:grpSpPr>
        <p:grpSp>
          <p:nvGrpSpPr>
            <p:cNvPr id="1051" name="Google Shape;1051;p24"/>
            <p:cNvGrpSpPr/>
            <p:nvPr/>
          </p:nvGrpSpPr>
          <p:grpSpPr>
            <a:xfrm rot="-509296">
              <a:off x="7187207" y="-982000"/>
              <a:ext cx="3785049" cy="3043008"/>
              <a:chOff x="7103825" y="-713112"/>
              <a:chExt cx="3785226" cy="3043150"/>
            </a:xfrm>
          </p:grpSpPr>
          <p:sp>
            <p:nvSpPr>
              <p:cNvPr id="1052" name="Google Shape;1052;p24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053" name="Google Shape;1053;p24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3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54" name="Google Shape;1054;p24"/>
            <p:cNvGrpSpPr/>
            <p:nvPr/>
          </p:nvGrpSpPr>
          <p:grpSpPr>
            <a:xfrm rot="5400000">
              <a:off x="6489450" y="75626"/>
              <a:ext cx="4558967" cy="134100"/>
              <a:chOff x="796100" y="3019701"/>
              <a:chExt cx="4558967" cy="134100"/>
            </a:xfrm>
          </p:grpSpPr>
          <p:sp>
            <p:nvSpPr>
              <p:cNvPr id="1055" name="Google Shape;1055;p24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56" name="Google Shape;1056;p24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57" name="Google Shape;1057;p24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58" name="Google Shape;1058;p24"/>
          <p:cNvSpPr txBox="1">
            <a:spLocks noGrp="1"/>
          </p:cNvSpPr>
          <p:nvPr>
            <p:ph type="subTitle" idx="1"/>
          </p:nvPr>
        </p:nvSpPr>
        <p:spPr>
          <a:xfrm>
            <a:off x="720000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9" name="Google Shape;1059;p24"/>
          <p:cNvSpPr txBox="1">
            <a:spLocks noGrp="1"/>
          </p:cNvSpPr>
          <p:nvPr>
            <p:ph type="subTitle" idx="2"/>
          </p:nvPr>
        </p:nvSpPr>
        <p:spPr>
          <a:xfrm>
            <a:off x="3584484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0" name="Google Shape;1060;p24"/>
          <p:cNvSpPr txBox="1">
            <a:spLocks noGrp="1"/>
          </p:cNvSpPr>
          <p:nvPr>
            <p:ph type="subTitle" idx="3"/>
          </p:nvPr>
        </p:nvSpPr>
        <p:spPr>
          <a:xfrm>
            <a:off x="6448975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1" name="Google Shape;1061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62" name="Google Shape;1062;p24"/>
          <p:cNvSpPr txBox="1">
            <a:spLocks noGrp="1"/>
          </p:cNvSpPr>
          <p:nvPr>
            <p:ph type="subTitle" idx="4"/>
          </p:nvPr>
        </p:nvSpPr>
        <p:spPr>
          <a:xfrm>
            <a:off x="720000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063" name="Google Shape;1063;p24"/>
          <p:cNvSpPr txBox="1">
            <a:spLocks noGrp="1"/>
          </p:cNvSpPr>
          <p:nvPr>
            <p:ph type="subTitle" idx="5"/>
          </p:nvPr>
        </p:nvSpPr>
        <p:spPr>
          <a:xfrm>
            <a:off x="3584483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064" name="Google Shape;1064;p24"/>
          <p:cNvSpPr txBox="1">
            <a:spLocks noGrp="1"/>
          </p:cNvSpPr>
          <p:nvPr>
            <p:ph type="subTitle" idx="6"/>
          </p:nvPr>
        </p:nvSpPr>
        <p:spPr>
          <a:xfrm>
            <a:off x="6448972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065" name="Google Shape;1065;p24"/>
          <p:cNvGrpSpPr/>
          <p:nvPr/>
        </p:nvGrpSpPr>
        <p:grpSpPr>
          <a:xfrm>
            <a:off x="6067575" y="2796625"/>
            <a:ext cx="4006263" cy="4771152"/>
            <a:chOff x="5915175" y="2339425"/>
            <a:chExt cx="4006263" cy="4771152"/>
          </a:xfrm>
        </p:grpSpPr>
        <p:sp>
          <p:nvSpPr>
            <p:cNvPr id="1066" name="Google Shape;1066;p24"/>
            <p:cNvSpPr/>
            <p:nvPr/>
          </p:nvSpPr>
          <p:spPr>
            <a:xfrm>
              <a:off x="5915175" y="2361286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24"/>
            <p:cNvSpPr/>
            <p:nvPr/>
          </p:nvSpPr>
          <p:spPr>
            <a:xfrm>
              <a:off x="6873793" y="2339425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68" name="Google Shape;1068;p24"/>
            <p:cNvGrpSpPr/>
            <p:nvPr/>
          </p:nvGrpSpPr>
          <p:grpSpPr>
            <a:xfrm>
              <a:off x="7520550" y="4608575"/>
              <a:ext cx="582050" cy="582425"/>
              <a:chOff x="959750" y="3039275"/>
              <a:chExt cx="582050" cy="582425"/>
            </a:xfrm>
          </p:grpSpPr>
          <p:sp>
            <p:nvSpPr>
              <p:cNvPr id="1069" name="Google Shape;1069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6" name="Google Shape;1076;p24"/>
            <p:cNvGrpSpPr/>
            <p:nvPr/>
          </p:nvGrpSpPr>
          <p:grpSpPr>
            <a:xfrm>
              <a:off x="8484675" y="3658275"/>
              <a:ext cx="582050" cy="582425"/>
              <a:chOff x="959750" y="3039275"/>
              <a:chExt cx="582050" cy="582425"/>
            </a:xfrm>
          </p:grpSpPr>
          <p:sp>
            <p:nvSpPr>
              <p:cNvPr id="1077" name="Google Shape;1077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84" name="Google Shape;1084;p24"/>
          <p:cNvGrpSpPr/>
          <p:nvPr/>
        </p:nvGrpSpPr>
        <p:grpSpPr>
          <a:xfrm>
            <a:off x="-235366" y="3828554"/>
            <a:ext cx="5249359" cy="2992224"/>
            <a:chOff x="-258616" y="3430829"/>
            <a:chExt cx="5249359" cy="2992224"/>
          </a:xfrm>
        </p:grpSpPr>
        <p:pic>
          <p:nvPicPr>
            <p:cNvPr id="1085" name="Google Shape;1085;p24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24"/>
            <p:cNvSpPr/>
            <p:nvPr/>
          </p:nvSpPr>
          <p:spPr>
            <a:xfrm>
              <a:off x="363250" y="4667754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24"/>
            <p:cNvSpPr/>
            <p:nvPr/>
          </p:nvSpPr>
          <p:spPr>
            <a:xfrm>
              <a:off x="941424" y="4724302"/>
              <a:ext cx="340329" cy="325895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4"/>
            <p:cNvSpPr/>
            <p:nvPr/>
          </p:nvSpPr>
          <p:spPr>
            <a:xfrm>
              <a:off x="820562" y="49581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4"/>
            <p:cNvSpPr/>
            <p:nvPr/>
          </p:nvSpPr>
          <p:spPr>
            <a:xfrm>
              <a:off x="1299000" y="46085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4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91" name="Google Shape;1091;p24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1092" name="Google Shape;1092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94" name="Google Shape;1094;p24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1095" name="Google Shape;1095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97" name="Google Shape;1097;p24"/>
          <p:cNvGrpSpPr/>
          <p:nvPr/>
        </p:nvGrpSpPr>
        <p:grpSpPr>
          <a:xfrm>
            <a:off x="-515563" y="-797996"/>
            <a:ext cx="1433417" cy="2584783"/>
            <a:chOff x="-363163" y="-645596"/>
            <a:chExt cx="1433417" cy="2584783"/>
          </a:xfrm>
        </p:grpSpPr>
        <p:grpSp>
          <p:nvGrpSpPr>
            <p:cNvPr id="1098" name="Google Shape;1098;p24"/>
            <p:cNvGrpSpPr/>
            <p:nvPr/>
          </p:nvGrpSpPr>
          <p:grpSpPr>
            <a:xfrm rot="10800000">
              <a:off x="-64595" y="-645596"/>
              <a:ext cx="1134849" cy="2370191"/>
              <a:chOff x="-575575" y="3685599"/>
              <a:chExt cx="1421048" cy="2967932"/>
            </a:xfrm>
          </p:grpSpPr>
          <p:sp>
            <p:nvSpPr>
              <p:cNvPr id="1099" name="Google Shape;1099;p24"/>
              <p:cNvSpPr/>
              <p:nvPr/>
            </p:nvSpPr>
            <p:spPr>
              <a:xfrm>
                <a:off x="-575575" y="36855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24"/>
              <p:cNvSpPr/>
              <p:nvPr/>
            </p:nvSpPr>
            <p:spPr>
              <a:xfrm rot="10800000">
                <a:off x="-575573" y="3820175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01" name="Google Shape;1101;p24"/>
            <p:cNvSpPr/>
            <p:nvPr/>
          </p:nvSpPr>
          <p:spPr>
            <a:xfrm>
              <a:off x="0" y="361650"/>
              <a:ext cx="581991" cy="575861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4"/>
            <p:cNvSpPr/>
            <p:nvPr/>
          </p:nvSpPr>
          <p:spPr>
            <a:xfrm>
              <a:off x="131225" y="0"/>
              <a:ext cx="581991" cy="575861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03" name="Google Shape;1103;p24"/>
            <p:cNvGrpSpPr/>
            <p:nvPr/>
          </p:nvGrpSpPr>
          <p:grpSpPr>
            <a:xfrm rot="-2700000" flipH="1">
              <a:off x="-216370" y="1084101"/>
              <a:ext cx="708093" cy="708493"/>
              <a:chOff x="3678700" y="407275"/>
              <a:chExt cx="708100" cy="708500"/>
            </a:xfrm>
          </p:grpSpPr>
          <p:sp>
            <p:nvSpPr>
              <p:cNvPr id="1104" name="Google Shape;1104;p24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24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24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24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24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24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24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0" name="Google Shape;1340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1" name="Google Shape;1341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2" name="Google Shape;1342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6" name="Google Shape;1346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7" name="Google Shape;1347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48" name="Google Shape;1348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9" name="Google Shape;1349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0" name="Google Shape;1350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51" name="Google Shape;1351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2" name="Google Shape;1352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3" name="Google Shape;1353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54" name="Google Shape;1354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6" name="Google Shape;1356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57" name="Google Shape;1357;p3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30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9" name="Google Shape;1359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60" name="Google Shape;1360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7" name="Google Shape;1367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8" name="Google Shape;1368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5" name="Google Shape;1375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6" name="Google Shape;1376;p30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0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9" name="Google Shape;1379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80" name="Google Shape;1380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1" name="Google Shape;1381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2" name="Google Shape;1382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83" name="Google Shape;1383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4" name="Google Shape;1384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5" name="Google Shape;1385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386" name="Google Shape;1386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7" name="Google Shape;1387;p31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1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90" name="Google Shape;1390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1" name="Google Shape;1391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2" name="Google Shape;1392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3" name="Google Shape;1393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4" name="Google Shape;1394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0" name="Google Shape;1400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1" name="Google Shape;1401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2" name="Google Shape;1402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8" name="Google Shape;1408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9" name="Google Shape;1409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10" name="Google Shape;1410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6" name="Google Shape;1416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17" name="Google Shape;1417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8" name="Google Shape;1418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19" name="Google Shape;1419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20" name="Google Shape;1420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8"/>
          <p:cNvSpPr txBox="1">
            <a:spLocks noGrp="1"/>
          </p:cNvSpPr>
          <p:nvPr>
            <p:ph type="title"/>
          </p:nvPr>
        </p:nvSpPr>
        <p:spPr>
          <a:xfrm>
            <a:off x="713225" y="2122600"/>
            <a:ext cx="7297500" cy="9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366" name="Google Shape;366;p8"/>
          <p:cNvGrpSpPr/>
          <p:nvPr/>
        </p:nvGrpSpPr>
        <p:grpSpPr>
          <a:xfrm>
            <a:off x="6475811" y="-1541623"/>
            <a:ext cx="2583360" cy="2409685"/>
            <a:chOff x="6475811" y="-1541623"/>
            <a:chExt cx="2583360" cy="2409685"/>
          </a:xfrm>
        </p:grpSpPr>
        <p:grpSp>
          <p:nvGrpSpPr>
            <p:cNvPr id="367" name="Google Shape;367;p8"/>
            <p:cNvGrpSpPr/>
            <p:nvPr/>
          </p:nvGrpSpPr>
          <p:grpSpPr>
            <a:xfrm rot="-5400000">
              <a:off x="5879041" y="-944853"/>
              <a:ext cx="2133442" cy="939904"/>
              <a:chOff x="-149984" y="3754784"/>
              <a:chExt cx="2133442" cy="939904"/>
            </a:xfrm>
          </p:grpSpPr>
          <p:sp>
            <p:nvSpPr>
              <p:cNvPr id="368" name="Google Shape;368;p8"/>
              <p:cNvSpPr/>
              <p:nvPr/>
            </p:nvSpPr>
            <p:spPr>
              <a:xfrm rot="5400000">
                <a:off x="707379" y="3056155"/>
                <a:ext cx="577450" cy="1974708"/>
              </a:xfrm>
              <a:custGeom>
                <a:avLst/>
                <a:gdLst/>
                <a:ahLst/>
                <a:cxnLst/>
                <a:rect l="l" t="t" r="r" b="b"/>
                <a:pathLst>
                  <a:path w="14079" h="48146" extrusionOk="0">
                    <a:moveTo>
                      <a:pt x="13866" y="0"/>
                    </a:moveTo>
                    <a:lnTo>
                      <a:pt x="5867" y="7999"/>
                    </a:lnTo>
                    <a:lnTo>
                      <a:pt x="5836" y="8045"/>
                    </a:lnTo>
                    <a:lnTo>
                      <a:pt x="5836" y="31737"/>
                    </a:lnTo>
                    <a:lnTo>
                      <a:pt x="1" y="37541"/>
                    </a:lnTo>
                    <a:lnTo>
                      <a:pt x="1" y="48146"/>
                    </a:lnTo>
                    <a:lnTo>
                      <a:pt x="306" y="48146"/>
                    </a:lnTo>
                    <a:lnTo>
                      <a:pt x="306" y="37679"/>
                    </a:lnTo>
                    <a:lnTo>
                      <a:pt x="6141" y="31874"/>
                    </a:lnTo>
                    <a:lnTo>
                      <a:pt x="6141" y="8167"/>
                    </a:lnTo>
                    <a:lnTo>
                      <a:pt x="14079" y="229"/>
                    </a:lnTo>
                    <a:lnTo>
                      <a:pt x="13866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8"/>
              <p:cNvSpPr/>
              <p:nvPr/>
            </p:nvSpPr>
            <p:spPr>
              <a:xfrm rot="5400000">
                <a:off x="391825" y="3465468"/>
                <a:ext cx="687411" cy="1771028"/>
              </a:xfrm>
              <a:custGeom>
                <a:avLst/>
                <a:gdLst/>
                <a:ahLst/>
                <a:cxnLst/>
                <a:rect l="l" t="t" r="r" b="b"/>
                <a:pathLst>
                  <a:path w="16760" h="43180" extrusionOk="0">
                    <a:moveTo>
                      <a:pt x="16531" y="1"/>
                    </a:moveTo>
                    <a:lnTo>
                      <a:pt x="4403" y="12159"/>
                    </a:lnTo>
                    <a:lnTo>
                      <a:pt x="4342" y="12190"/>
                    </a:lnTo>
                    <a:lnTo>
                      <a:pt x="4342" y="25734"/>
                    </a:lnTo>
                    <a:lnTo>
                      <a:pt x="0" y="30077"/>
                    </a:lnTo>
                    <a:lnTo>
                      <a:pt x="8746" y="38822"/>
                    </a:lnTo>
                    <a:lnTo>
                      <a:pt x="8746" y="43180"/>
                    </a:lnTo>
                    <a:lnTo>
                      <a:pt x="9066" y="43180"/>
                    </a:lnTo>
                    <a:lnTo>
                      <a:pt x="9066" y="38700"/>
                    </a:lnTo>
                    <a:lnTo>
                      <a:pt x="442" y="30077"/>
                    </a:lnTo>
                    <a:lnTo>
                      <a:pt x="4662" y="25872"/>
                    </a:lnTo>
                    <a:lnTo>
                      <a:pt x="4662" y="12327"/>
                    </a:lnTo>
                    <a:lnTo>
                      <a:pt x="16760" y="230"/>
                    </a:lnTo>
                    <a:lnTo>
                      <a:pt x="16531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0" name="Google Shape;370;p8"/>
            <p:cNvSpPr/>
            <p:nvPr/>
          </p:nvSpPr>
          <p:spPr>
            <a:xfrm rot="5400000">
              <a:off x="7783092" y="-770470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8"/>
            <p:cNvSpPr/>
            <p:nvPr/>
          </p:nvSpPr>
          <p:spPr>
            <a:xfrm rot="5400000">
              <a:off x="7617537" y="-361157"/>
              <a:ext cx="687411" cy="1771028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2" name="Google Shape;372;p8"/>
            <p:cNvGrpSpPr/>
            <p:nvPr/>
          </p:nvGrpSpPr>
          <p:grpSpPr>
            <a:xfrm>
              <a:off x="7741638" y="-258450"/>
              <a:ext cx="439200" cy="439100"/>
              <a:chOff x="1101075" y="2142375"/>
              <a:chExt cx="439200" cy="439100"/>
            </a:xfrm>
          </p:grpSpPr>
          <p:sp>
            <p:nvSpPr>
              <p:cNvPr id="373" name="Google Shape;373;p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xmlns="" val="2485208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5" r:id="rId4"/>
    <p:sldLayoutId id="2147483658" r:id="rId5"/>
    <p:sldLayoutId id="2147483659" r:id="rId6"/>
    <p:sldLayoutId id="2147483662" r:id="rId7"/>
    <p:sldLayoutId id="2147483665" r:id="rId8"/>
    <p:sldLayoutId id="2147483669" r:id="rId9"/>
    <p:sldLayoutId id="2147483670" r:id="rId10"/>
    <p:sldLayoutId id="2147483676" r:id="rId11"/>
    <p:sldLayoutId id="2147483677" r:id="rId12"/>
    <p:sldLayoutId id="214748368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35"/>
          <p:cNvSpPr txBox="1">
            <a:spLocks noGrp="1"/>
          </p:cNvSpPr>
          <p:nvPr>
            <p:ph type="subTitle" idx="1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&lt;#</a:t>
            </a:r>
            <a:r>
              <a:rPr lang="en" dirty="0" err="1"/>
              <a:t>docente</a:t>
            </a:r>
            <a:r>
              <a:rPr lang="en" dirty="0"/>
              <a:t>#&gt;</a:t>
            </a:r>
            <a:endParaRPr dirty="0"/>
          </a:p>
        </p:txBody>
      </p:sp>
      <p:sp>
        <p:nvSpPr>
          <p:cNvPr id="1432" name="Google Shape;1432;p35"/>
          <p:cNvSpPr txBox="1">
            <a:spLocks noGrp="1"/>
          </p:cNvSpPr>
          <p:nvPr>
            <p:ph type="ctrTitle"/>
          </p:nvPr>
        </p:nvSpPr>
        <p:spPr>
          <a:xfrm>
            <a:off x="1096850" y="1547350"/>
            <a:ext cx="6974700" cy="159547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&lt;#</a:t>
            </a:r>
            <a:r>
              <a:rPr lang="en" sz="4000" dirty="0" err="1">
                <a:solidFill>
                  <a:schemeClr val="dk2"/>
                </a:solidFill>
              </a:rPr>
              <a:t>titolo_lezione</a:t>
            </a:r>
            <a:r>
              <a:rPr lang="en" dirty="0">
                <a:solidFill>
                  <a:schemeClr val="dk2"/>
                </a:solidFill>
              </a:rPr>
              <a:t>#&gt;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1433" name="Google Shape;1433;p35"/>
          <p:cNvGrpSpPr/>
          <p:nvPr/>
        </p:nvGrpSpPr>
        <p:grpSpPr>
          <a:xfrm>
            <a:off x="1096850" y="3242811"/>
            <a:ext cx="3936683" cy="134070"/>
            <a:chOff x="1096850" y="3242811"/>
            <a:chExt cx="3936683" cy="134070"/>
          </a:xfrm>
        </p:grpSpPr>
        <p:cxnSp>
          <p:nvCxnSpPr>
            <p:cNvPr id="1434" name="Google Shape;1434;p35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5" name="Google Shape;1435;p35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436" name="Google Shape;1436;p35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35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8" name="Google Shape;1438;p35"/>
          <p:cNvGrpSpPr/>
          <p:nvPr/>
        </p:nvGrpSpPr>
        <p:grpSpPr>
          <a:xfrm>
            <a:off x="8017432" y="-313900"/>
            <a:ext cx="134070" cy="1891362"/>
            <a:chOff x="8017432" y="-313900"/>
            <a:chExt cx="134070" cy="1891362"/>
          </a:xfrm>
        </p:grpSpPr>
        <p:sp>
          <p:nvSpPr>
            <p:cNvPr id="1439" name="Google Shape;1439;p35"/>
            <p:cNvSpPr/>
            <p:nvPr/>
          </p:nvSpPr>
          <p:spPr>
            <a:xfrm rot="5400000">
              <a:off x="8017432" y="1443393"/>
              <a:ext cx="134070" cy="13407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40" name="Google Shape;1440;p35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41" name="Google Shape;1441;p35"/>
            <p:cNvSpPr/>
            <p:nvPr/>
          </p:nvSpPr>
          <p:spPr>
            <a:xfrm rot="5400000">
              <a:off x="8047515" y="1473505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2" name="Google Shape;1442;p35"/>
          <p:cNvGrpSpPr/>
          <p:nvPr/>
        </p:nvGrpSpPr>
        <p:grpSpPr>
          <a:xfrm>
            <a:off x="6309526" y="957475"/>
            <a:ext cx="3504715" cy="5119205"/>
            <a:chOff x="6309526" y="836950"/>
            <a:chExt cx="3504715" cy="5119205"/>
          </a:xfrm>
        </p:grpSpPr>
        <p:sp>
          <p:nvSpPr>
            <p:cNvPr id="1443" name="Google Shape;1443;p35"/>
            <p:cNvSpPr/>
            <p:nvPr/>
          </p:nvSpPr>
          <p:spPr>
            <a:xfrm>
              <a:off x="6309526" y="8369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44" name="Google Shape;1444;p35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445" name="Google Shape;1445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7" name="Google Shape;1447;p35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448" name="Google Shape;1448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0" name="Google Shape;1450;p35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451" name="Google Shape;1451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3" name="Google Shape;1453;p35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1431;p35"/>
          <p:cNvSpPr txBox="1">
            <a:spLocks/>
          </p:cNvSpPr>
          <p:nvPr/>
        </p:nvSpPr>
        <p:spPr>
          <a:xfrm>
            <a:off x="4689899" y="4566832"/>
            <a:ext cx="2578901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1400"/>
            </a:pPr>
            <a:r>
              <a:rPr kumimoji="0" lang="it-IT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&lt;#</a:t>
            </a:r>
            <a:r>
              <a:rPr lang="it-IT" sz="1600" dirty="0" err="1" smtClean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anno_scolastico</a:t>
            </a:r>
            <a:r>
              <a:rPr lang="it-IT" sz="1600" dirty="0" smtClean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#&gt;</a:t>
            </a:r>
            <a:endParaRPr lang="it-IT" sz="16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" name="Google Shape;1673;p42"/>
          <p:cNvSpPr txBox="1">
            <a:spLocks/>
          </p:cNvSpPr>
          <p:nvPr/>
        </p:nvSpPr>
        <p:spPr>
          <a:xfrm>
            <a:off x="2650602" y="4603582"/>
            <a:ext cx="2248861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it-IT" sz="1600" smtClean="0">
                <a:solidFill>
                  <a:schemeClr val="dk1"/>
                </a:solidFill>
                <a:latin typeface="Poppins"/>
                <a:ea typeface="Poppins"/>
                <a:cs typeface="Poppins"/>
              </a:rPr>
              <a:t>Anno scolastico</a:t>
            </a:r>
            <a:r>
              <a:rPr kumimoji="0" lang="it-IT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: </a:t>
            </a:r>
            <a:endParaRPr kumimoji="0" lang="it-IT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1431;p35"/>
          <p:cNvSpPr txBox="1">
            <a:spLocks/>
          </p:cNvSpPr>
          <p:nvPr/>
        </p:nvSpPr>
        <p:spPr>
          <a:xfrm>
            <a:off x="1476235" y="312516"/>
            <a:ext cx="600213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115000"/>
              </a:lnSpc>
              <a:buClr>
                <a:schemeClr val="dk1"/>
              </a:buClr>
              <a:buSzPts val="1400"/>
            </a:pPr>
            <a:r>
              <a:rPr kumimoji="0" lang="it-IT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&lt;#</a:t>
            </a:r>
            <a:r>
              <a:rPr lang="it-IT" sz="1600" dirty="0" smtClean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tipo_scuola#&gt;</a:t>
            </a:r>
            <a:endParaRPr lang="it-IT" sz="16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" name="Google Shape;1673;p42"/>
          <p:cNvSpPr txBox="1">
            <a:spLocks/>
          </p:cNvSpPr>
          <p:nvPr/>
        </p:nvSpPr>
        <p:spPr>
          <a:xfrm>
            <a:off x="2661960" y="4305457"/>
            <a:ext cx="1285006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it-IT" sz="1600" dirty="0" smtClean="0">
                <a:solidFill>
                  <a:schemeClr val="dk1"/>
                </a:solidFill>
                <a:latin typeface="Poppins"/>
                <a:ea typeface="Poppins"/>
                <a:cs typeface="Poppins"/>
              </a:rPr>
              <a:t>Disciplina:</a:t>
            </a:r>
            <a:endParaRPr kumimoji="0" lang="it-IT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1431;p35"/>
          <p:cNvSpPr txBox="1">
            <a:spLocks/>
          </p:cNvSpPr>
          <p:nvPr/>
        </p:nvSpPr>
        <p:spPr>
          <a:xfrm>
            <a:off x="3713969" y="4270732"/>
            <a:ext cx="5048066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1400"/>
            </a:pPr>
            <a:r>
              <a:rPr kumimoji="0" lang="it-IT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&lt;</a:t>
            </a:r>
            <a:r>
              <a:rPr kumimoji="0" lang="it-IT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#disciplina</a:t>
            </a:r>
            <a:r>
              <a:rPr lang="it-IT" sz="1600" dirty="0" smtClean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#&gt;</a:t>
            </a:r>
            <a:endParaRPr lang="it-IT" sz="16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" name="Google Shape;1431;p35"/>
          <p:cNvSpPr txBox="1">
            <a:spLocks/>
          </p:cNvSpPr>
          <p:nvPr/>
        </p:nvSpPr>
        <p:spPr>
          <a:xfrm>
            <a:off x="1372726" y="650125"/>
            <a:ext cx="600213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115000"/>
              </a:lnSpc>
              <a:buClr>
                <a:schemeClr val="dk1"/>
              </a:buClr>
              <a:buSzPts val="1400"/>
            </a:pPr>
            <a:r>
              <a:rPr kumimoji="0" lang="it-IT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&lt;#</a:t>
            </a:r>
            <a:r>
              <a:rPr lang="it-IT" sz="1600" dirty="0" err="1" smtClean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indirizzo#</a:t>
            </a:r>
            <a:r>
              <a:rPr lang="it-IT" sz="1600" dirty="0" smtClean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endParaRPr lang="it-IT" sz="16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" name="Google Shape;1431;p35"/>
          <p:cNvSpPr txBox="1">
            <a:spLocks/>
          </p:cNvSpPr>
          <p:nvPr/>
        </p:nvSpPr>
        <p:spPr>
          <a:xfrm>
            <a:off x="1386226" y="957475"/>
            <a:ext cx="600213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115000"/>
              </a:lnSpc>
              <a:buClr>
                <a:schemeClr val="dk1"/>
              </a:buClr>
              <a:buSzPts val="1400"/>
            </a:pPr>
            <a:r>
              <a:rPr kumimoji="0" lang="it-IT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&lt;#</a:t>
            </a:r>
            <a:r>
              <a:rPr lang="it-IT" sz="1600" smtClean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articolazione#</a:t>
            </a:r>
            <a:r>
              <a:rPr lang="it-IT" sz="1600" dirty="0" smtClean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endParaRPr lang="it-IT" sz="16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alpha val="36000"/>
          </a:schemeClr>
        </a:solidFill>
        <a:effectLst/>
      </p:bgPr>
    </p:bg>
    <p:spTree>
      <p:nvGrpSpPr>
        <p:cNvPr id="1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Agenda</a:t>
            </a:r>
            <a:endParaRPr sz="3200" dirty="0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68" name="Google Shape;1468;p37"/>
          <p:cNvSpPr txBox="1">
            <a:spLocks noGrp="1"/>
          </p:cNvSpPr>
          <p:nvPr>
            <p:ph type="subTitle" idx="9"/>
          </p:nvPr>
        </p:nvSpPr>
        <p:spPr>
          <a:xfrm>
            <a:off x="720000" y="1918675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Fase</a:t>
            </a:r>
            <a:r>
              <a:rPr lang="en" dirty="0"/>
              <a:t> </a:t>
            </a:r>
            <a:r>
              <a:rPr lang="en" dirty="0" err="1"/>
              <a:t>introduttiva</a:t>
            </a:r>
            <a:endParaRPr dirty="0"/>
          </a:p>
        </p:txBody>
      </p:sp>
      <p:sp>
        <p:nvSpPr>
          <p:cNvPr id="1473" name="Google Shape;1473;p37"/>
          <p:cNvSpPr txBox="1">
            <a:spLocks noGrp="1"/>
          </p:cNvSpPr>
          <p:nvPr>
            <p:ph type="title" idx="5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/>
          </a:p>
        </p:txBody>
      </p:sp>
      <p:sp>
        <p:nvSpPr>
          <p:cNvPr id="1474" name="Google Shape;1474;p37"/>
          <p:cNvSpPr txBox="1">
            <a:spLocks noGrp="1"/>
          </p:cNvSpPr>
          <p:nvPr>
            <p:ph type="title" idx="6"/>
          </p:nvPr>
        </p:nvSpPr>
        <p:spPr>
          <a:xfrm>
            <a:off x="720003" y="3666609"/>
            <a:ext cx="105750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475" name="Google Shape;1475;p37"/>
          <p:cNvSpPr txBox="1">
            <a:spLocks noGrp="1"/>
          </p:cNvSpPr>
          <p:nvPr>
            <p:ph type="title" idx="7"/>
          </p:nvPr>
        </p:nvSpPr>
        <p:spPr>
          <a:xfrm>
            <a:off x="720000" y="2456607"/>
            <a:ext cx="105750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477" name="Google Shape;1477;p37"/>
          <p:cNvSpPr txBox="1">
            <a:spLocks noGrp="1"/>
          </p:cNvSpPr>
          <p:nvPr>
            <p:ph type="subTitle" idx="13"/>
          </p:nvPr>
        </p:nvSpPr>
        <p:spPr>
          <a:xfrm>
            <a:off x="720000" y="3030507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Fase</a:t>
            </a:r>
            <a:r>
              <a:rPr lang="en" dirty="0"/>
              <a:t> </a:t>
            </a:r>
            <a:r>
              <a:rPr lang="en" dirty="0" err="1"/>
              <a:t>esecutiva</a:t>
            </a:r>
            <a:endParaRPr dirty="0"/>
          </a:p>
        </p:txBody>
      </p:sp>
      <p:sp>
        <p:nvSpPr>
          <p:cNvPr id="1478" name="Google Shape;1478;p37"/>
          <p:cNvSpPr txBox="1">
            <a:spLocks noGrp="1"/>
          </p:cNvSpPr>
          <p:nvPr>
            <p:ph type="subTitle" idx="14"/>
          </p:nvPr>
        </p:nvSpPr>
        <p:spPr>
          <a:xfrm>
            <a:off x="720000" y="4240439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Fase</a:t>
            </a:r>
            <a:r>
              <a:rPr lang="en" dirty="0"/>
              <a:t> </a:t>
            </a:r>
            <a:r>
              <a:rPr lang="en" dirty="0" err="1"/>
              <a:t>conclusiva</a:t>
            </a:r>
            <a:endParaRPr dirty="0"/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xmlns="" id="{8083549E-2999-A64C-9F24-D7CD55EC4C21}"/>
              </a:ext>
            </a:extLst>
          </p:cNvPr>
          <p:cNvSpPr txBox="1"/>
          <p:nvPr/>
        </p:nvSpPr>
        <p:spPr>
          <a:xfrm>
            <a:off x="4267200" y="4647552"/>
            <a:ext cx="43866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38"/>
          <p:cNvSpPr txBox="1">
            <a:spLocks noGrp="1"/>
          </p:cNvSpPr>
          <p:nvPr>
            <p:ph type="title" idx="2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br>
              <a:rPr lang="en" dirty="0"/>
            </a:br>
            <a:endParaRPr lang="en" dirty="0"/>
          </a:p>
        </p:txBody>
      </p:sp>
      <p:grpSp>
        <p:nvGrpSpPr>
          <p:cNvPr id="1486" name="Google Shape;1486;p38"/>
          <p:cNvGrpSpPr/>
          <p:nvPr/>
        </p:nvGrpSpPr>
        <p:grpSpPr>
          <a:xfrm>
            <a:off x="-377424" y="3367502"/>
            <a:ext cx="3922590" cy="2969900"/>
            <a:chOff x="-374387" y="3354325"/>
            <a:chExt cx="3922590" cy="2969900"/>
          </a:xfrm>
        </p:grpSpPr>
        <p:pic>
          <p:nvPicPr>
            <p:cNvPr id="1487" name="Google Shape;1487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8" name="Google Shape;1488;p38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89" name="Google Shape;1489;p3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3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92" name="Google Shape;1492;p38"/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7285482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</a:t>
            </a:r>
            <a:r>
              <a:rPr lang="it-IT" sz="4000" dirty="0" err="1"/>
              <a:t>titolo_lezione</a:t>
            </a:r>
            <a:r>
              <a:rPr lang="it-IT" dirty="0"/>
              <a:t>#&gt;</a:t>
            </a:r>
          </a:p>
        </p:txBody>
      </p:sp>
      <p:grpSp>
        <p:nvGrpSpPr>
          <p:cNvPr id="1493" name="Google Shape;1493;p38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494" name="Google Shape;1494;p38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8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9" name="Google Shape;1499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00" name="Google Shape;1500;p38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501" name="Google Shape;1501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8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09" name="Google Shape;1509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6" name="Google Shape;1516;p38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17" name="Google Shape;1517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9" name="Google Shape;1519;p38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20" name="Google Shape;1520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2" name="Google Shape;1522;p38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3" name="Google Shape;1523;p38"/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1524" name="Google Shape;1524;p3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25" name="Google Shape;1525;p3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6" name="Google Shape;1526;p3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CasellaDiTesto 45">
            <a:extLst>
              <a:ext uri="{FF2B5EF4-FFF2-40B4-BE49-F238E27FC236}">
                <a16:creationId xmlns:a16="http://schemas.microsoft.com/office/drawing/2014/main" xmlns="" id="{B4BE4160-CD52-FE40-864F-FD9DC8AC5FFF}"/>
              </a:ext>
            </a:extLst>
          </p:cNvPr>
          <p:cNvSpPr txBox="1"/>
          <p:nvPr/>
        </p:nvSpPr>
        <p:spPr>
          <a:xfrm>
            <a:off x="2799612" y="4657141"/>
            <a:ext cx="45677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  <p:sp>
        <p:nvSpPr>
          <p:cNvPr id="1485" name="Google Shape;1485;p38"/>
          <p:cNvSpPr txBox="1">
            <a:spLocks noGrp="1"/>
          </p:cNvSpPr>
          <p:nvPr>
            <p:ph type="subTitle" idx="1"/>
          </p:nvPr>
        </p:nvSpPr>
        <p:spPr>
          <a:xfrm>
            <a:off x="720000" y="3252375"/>
            <a:ext cx="720015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err="1"/>
              <a:t>Fase</a:t>
            </a:r>
            <a:r>
              <a:rPr lang="en" sz="1800" dirty="0"/>
              <a:t> </a:t>
            </a:r>
            <a:r>
              <a:rPr lang="en" sz="1800" dirty="0" err="1"/>
              <a:t>introduttiva</a:t>
            </a:r>
            <a:endParaRPr sz="1800" dirty="0"/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xmlns="" id="{DFF3146E-13F1-CB47-96D0-907EFF918D9B}"/>
              </a:ext>
            </a:extLst>
          </p:cNvPr>
          <p:cNvSpPr txBox="1"/>
          <p:nvPr/>
        </p:nvSpPr>
        <p:spPr>
          <a:xfrm>
            <a:off x="5409313" y="3759313"/>
            <a:ext cx="18698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it-IT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Destinatari</a:t>
            </a:r>
            <a:endParaRPr dirty="0"/>
          </a:p>
        </p:txBody>
      </p:sp>
      <p:sp>
        <p:nvSpPr>
          <p:cNvPr id="1637" name="Google Shape;1637;p41"/>
          <p:cNvSpPr txBox="1">
            <a:spLocks noGrp="1"/>
          </p:cNvSpPr>
          <p:nvPr>
            <p:ph type="subTitle" idx="2"/>
          </p:nvPr>
        </p:nvSpPr>
        <p:spPr>
          <a:xfrm>
            <a:off x="556229" y="2249638"/>
            <a:ext cx="2485395" cy="4747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&lt;#</a:t>
            </a:r>
            <a:r>
              <a:rPr lang="en" dirty="0" err="1"/>
              <a:t>tipo_scuola</a:t>
            </a:r>
            <a:r>
              <a:rPr lang="en" dirty="0"/>
              <a:t>#&gt;</a:t>
            </a:r>
            <a:endParaRPr lang="it-IT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0" name="Google Shape;14207;p84">
            <a:extLst>
              <a:ext uri="{FF2B5EF4-FFF2-40B4-BE49-F238E27FC236}">
                <a16:creationId xmlns:a16="http://schemas.microsoft.com/office/drawing/2014/main" xmlns="" id="{2D3B81BB-B0A8-B045-A3B9-61A273D1BDF6}"/>
              </a:ext>
            </a:extLst>
          </p:cNvPr>
          <p:cNvGrpSpPr/>
          <p:nvPr/>
        </p:nvGrpSpPr>
        <p:grpSpPr>
          <a:xfrm>
            <a:off x="989940" y="1191590"/>
            <a:ext cx="913730" cy="657085"/>
            <a:chOff x="1306445" y="3397829"/>
            <a:chExt cx="367255" cy="269855"/>
          </a:xfrm>
          <a:solidFill>
            <a:schemeClr val="tx2"/>
          </a:solidFill>
        </p:grpSpPr>
        <p:sp>
          <p:nvSpPr>
            <p:cNvPr id="31" name="Google Shape;14208;p84">
              <a:extLst>
                <a:ext uri="{FF2B5EF4-FFF2-40B4-BE49-F238E27FC236}">
                  <a16:creationId xmlns:a16="http://schemas.microsoft.com/office/drawing/2014/main" xmlns="" id="{D6E34BCF-9AD6-0A4F-B815-65EDA1F6875D}"/>
                </a:ext>
              </a:extLst>
            </p:cNvPr>
            <p:cNvSpPr/>
            <p:nvPr/>
          </p:nvSpPr>
          <p:spPr>
            <a:xfrm>
              <a:off x="1588395" y="3513054"/>
              <a:ext cx="45517" cy="16297"/>
            </a:xfrm>
            <a:custGeom>
              <a:avLst/>
              <a:gdLst/>
              <a:ahLst/>
              <a:cxnLst/>
              <a:rect l="l" t="t" r="r" b="b"/>
              <a:pathLst>
                <a:path w="1430" h="512" extrusionOk="0">
                  <a:moveTo>
                    <a:pt x="168" y="0"/>
                  </a:moveTo>
                  <a:cubicBezTo>
                    <a:pt x="72" y="0"/>
                    <a:pt x="1" y="71"/>
                    <a:pt x="1" y="167"/>
                  </a:cubicBezTo>
                  <a:cubicBezTo>
                    <a:pt x="1" y="250"/>
                    <a:pt x="72" y="333"/>
                    <a:pt x="168" y="333"/>
                  </a:cubicBezTo>
                  <a:cubicBezTo>
                    <a:pt x="358" y="333"/>
                    <a:pt x="906" y="357"/>
                    <a:pt x="1180" y="488"/>
                  </a:cubicBezTo>
                  <a:cubicBezTo>
                    <a:pt x="1204" y="512"/>
                    <a:pt x="1227" y="512"/>
                    <a:pt x="1251" y="512"/>
                  </a:cubicBezTo>
                  <a:cubicBezTo>
                    <a:pt x="1311" y="512"/>
                    <a:pt x="1370" y="476"/>
                    <a:pt x="1406" y="417"/>
                  </a:cubicBezTo>
                  <a:cubicBezTo>
                    <a:pt x="1430" y="333"/>
                    <a:pt x="1406" y="226"/>
                    <a:pt x="1323" y="191"/>
                  </a:cubicBezTo>
                  <a:cubicBezTo>
                    <a:pt x="942" y="0"/>
                    <a:pt x="191" y="0"/>
                    <a:pt x="1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32" name="Google Shape;14209;p84">
              <a:extLst>
                <a:ext uri="{FF2B5EF4-FFF2-40B4-BE49-F238E27FC236}">
                  <a16:creationId xmlns:a16="http://schemas.microsoft.com/office/drawing/2014/main" xmlns="" id="{979A256E-7AFB-F943-9F42-B88B0E169250}"/>
                </a:ext>
              </a:extLst>
            </p:cNvPr>
            <p:cNvSpPr/>
            <p:nvPr/>
          </p:nvSpPr>
          <p:spPr>
            <a:xfrm>
              <a:off x="1306445" y="3397829"/>
              <a:ext cx="367255" cy="269091"/>
            </a:xfrm>
            <a:custGeom>
              <a:avLst/>
              <a:gdLst/>
              <a:ahLst/>
              <a:cxnLst/>
              <a:rect l="l" t="t" r="r" b="b"/>
              <a:pathLst>
                <a:path w="11538" h="8454" extrusionOk="0">
                  <a:moveTo>
                    <a:pt x="7573" y="334"/>
                  </a:moveTo>
                  <a:lnTo>
                    <a:pt x="7573" y="1965"/>
                  </a:lnTo>
                  <a:cubicBezTo>
                    <a:pt x="7573" y="2227"/>
                    <a:pt x="7525" y="2465"/>
                    <a:pt x="7418" y="2679"/>
                  </a:cubicBezTo>
                  <a:cubicBezTo>
                    <a:pt x="7395" y="2715"/>
                    <a:pt x="7395" y="2727"/>
                    <a:pt x="7395" y="2763"/>
                  </a:cubicBezTo>
                  <a:lnTo>
                    <a:pt x="7395" y="3239"/>
                  </a:lnTo>
                  <a:cubicBezTo>
                    <a:pt x="7395" y="3691"/>
                    <a:pt x="7216" y="4108"/>
                    <a:pt x="6883" y="4442"/>
                  </a:cubicBezTo>
                  <a:cubicBezTo>
                    <a:pt x="6835" y="4489"/>
                    <a:pt x="6787" y="4513"/>
                    <a:pt x="6740" y="4549"/>
                  </a:cubicBezTo>
                  <a:cubicBezTo>
                    <a:pt x="6466" y="4759"/>
                    <a:pt x="6137" y="4876"/>
                    <a:pt x="5785" y="4876"/>
                  </a:cubicBezTo>
                  <a:cubicBezTo>
                    <a:pt x="5739" y="4876"/>
                    <a:pt x="5692" y="4874"/>
                    <a:pt x="5644" y="4870"/>
                  </a:cubicBezTo>
                  <a:cubicBezTo>
                    <a:pt x="4787" y="4823"/>
                    <a:pt x="4108" y="4072"/>
                    <a:pt x="4108" y="3180"/>
                  </a:cubicBezTo>
                  <a:lnTo>
                    <a:pt x="4108" y="2763"/>
                  </a:lnTo>
                  <a:cubicBezTo>
                    <a:pt x="4108" y="2727"/>
                    <a:pt x="4108" y="2715"/>
                    <a:pt x="4096" y="2679"/>
                  </a:cubicBezTo>
                  <a:cubicBezTo>
                    <a:pt x="3989" y="2465"/>
                    <a:pt x="3930" y="2227"/>
                    <a:pt x="3930" y="1965"/>
                  </a:cubicBezTo>
                  <a:lnTo>
                    <a:pt x="3930" y="1608"/>
                  </a:lnTo>
                  <a:cubicBezTo>
                    <a:pt x="3930" y="917"/>
                    <a:pt x="4513" y="334"/>
                    <a:pt x="5216" y="334"/>
                  </a:cubicBezTo>
                  <a:close/>
                  <a:moveTo>
                    <a:pt x="1763" y="3025"/>
                  </a:moveTo>
                  <a:cubicBezTo>
                    <a:pt x="2049" y="3025"/>
                    <a:pt x="2311" y="3144"/>
                    <a:pt x="2525" y="3358"/>
                  </a:cubicBezTo>
                  <a:cubicBezTo>
                    <a:pt x="2715" y="3561"/>
                    <a:pt x="2846" y="3846"/>
                    <a:pt x="2858" y="4144"/>
                  </a:cubicBezTo>
                  <a:cubicBezTo>
                    <a:pt x="2858" y="4227"/>
                    <a:pt x="2882" y="4346"/>
                    <a:pt x="2882" y="4465"/>
                  </a:cubicBezTo>
                  <a:lnTo>
                    <a:pt x="2882" y="4501"/>
                  </a:lnTo>
                  <a:cubicBezTo>
                    <a:pt x="2703" y="4215"/>
                    <a:pt x="2406" y="4013"/>
                    <a:pt x="2049" y="3894"/>
                  </a:cubicBezTo>
                  <a:cubicBezTo>
                    <a:pt x="1703" y="3787"/>
                    <a:pt x="1406" y="3787"/>
                    <a:pt x="1406" y="3787"/>
                  </a:cubicBezTo>
                  <a:cubicBezTo>
                    <a:pt x="1358" y="3787"/>
                    <a:pt x="1310" y="3799"/>
                    <a:pt x="1287" y="3834"/>
                  </a:cubicBezTo>
                  <a:lnTo>
                    <a:pt x="977" y="4144"/>
                  </a:lnTo>
                  <a:cubicBezTo>
                    <a:pt x="918" y="4215"/>
                    <a:pt x="918" y="4323"/>
                    <a:pt x="977" y="4382"/>
                  </a:cubicBezTo>
                  <a:cubicBezTo>
                    <a:pt x="1013" y="4412"/>
                    <a:pt x="1057" y="4427"/>
                    <a:pt x="1101" y="4427"/>
                  </a:cubicBezTo>
                  <a:cubicBezTo>
                    <a:pt x="1144" y="4427"/>
                    <a:pt x="1185" y="4412"/>
                    <a:pt x="1215" y="4382"/>
                  </a:cubicBezTo>
                  <a:lnTo>
                    <a:pt x="1465" y="4108"/>
                  </a:lnTo>
                  <a:cubicBezTo>
                    <a:pt x="1691" y="4132"/>
                    <a:pt x="2382" y="4203"/>
                    <a:pt x="2668" y="4811"/>
                  </a:cubicBezTo>
                  <a:cubicBezTo>
                    <a:pt x="2596" y="5275"/>
                    <a:pt x="2215" y="5596"/>
                    <a:pt x="1763" y="5596"/>
                  </a:cubicBezTo>
                  <a:cubicBezTo>
                    <a:pt x="1251" y="5596"/>
                    <a:pt x="834" y="5180"/>
                    <a:pt x="834" y="4680"/>
                  </a:cubicBezTo>
                  <a:cubicBezTo>
                    <a:pt x="834" y="4584"/>
                    <a:pt x="763" y="4513"/>
                    <a:pt x="679" y="4513"/>
                  </a:cubicBezTo>
                  <a:lnTo>
                    <a:pt x="644" y="4513"/>
                  </a:lnTo>
                  <a:lnTo>
                    <a:pt x="644" y="4465"/>
                  </a:lnTo>
                  <a:cubicBezTo>
                    <a:pt x="644" y="4346"/>
                    <a:pt x="644" y="4251"/>
                    <a:pt x="656" y="4144"/>
                  </a:cubicBezTo>
                  <a:cubicBezTo>
                    <a:pt x="679" y="3846"/>
                    <a:pt x="810" y="3561"/>
                    <a:pt x="1001" y="3358"/>
                  </a:cubicBezTo>
                  <a:cubicBezTo>
                    <a:pt x="1215" y="3144"/>
                    <a:pt x="1477" y="3025"/>
                    <a:pt x="1763" y="3025"/>
                  </a:cubicBezTo>
                  <a:close/>
                  <a:moveTo>
                    <a:pt x="10657" y="3025"/>
                  </a:moveTo>
                  <a:lnTo>
                    <a:pt x="10657" y="3727"/>
                  </a:lnTo>
                  <a:cubicBezTo>
                    <a:pt x="10657" y="3846"/>
                    <a:pt x="10633" y="3953"/>
                    <a:pt x="10585" y="4049"/>
                  </a:cubicBezTo>
                  <a:lnTo>
                    <a:pt x="10502" y="4251"/>
                  </a:lnTo>
                  <a:cubicBezTo>
                    <a:pt x="10478" y="4275"/>
                    <a:pt x="10478" y="4287"/>
                    <a:pt x="10478" y="4323"/>
                  </a:cubicBezTo>
                  <a:lnTo>
                    <a:pt x="10478" y="4680"/>
                  </a:lnTo>
                  <a:cubicBezTo>
                    <a:pt x="10478" y="4930"/>
                    <a:pt x="10383" y="5168"/>
                    <a:pt x="10204" y="5346"/>
                  </a:cubicBezTo>
                  <a:cubicBezTo>
                    <a:pt x="10044" y="5507"/>
                    <a:pt x="9835" y="5600"/>
                    <a:pt x="9605" y="5600"/>
                  </a:cubicBezTo>
                  <a:cubicBezTo>
                    <a:pt x="9579" y="5600"/>
                    <a:pt x="9552" y="5599"/>
                    <a:pt x="9526" y="5596"/>
                  </a:cubicBezTo>
                  <a:cubicBezTo>
                    <a:pt x="9038" y="5585"/>
                    <a:pt x="8633" y="5156"/>
                    <a:pt x="8633" y="4632"/>
                  </a:cubicBezTo>
                  <a:lnTo>
                    <a:pt x="8633" y="4323"/>
                  </a:lnTo>
                  <a:cubicBezTo>
                    <a:pt x="8633" y="4287"/>
                    <a:pt x="8633" y="4263"/>
                    <a:pt x="8621" y="4251"/>
                  </a:cubicBezTo>
                  <a:lnTo>
                    <a:pt x="8514" y="4037"/>
                  </a:lnTo>
                  <a:cubicBezTo>
                    <a:pt x="8466" y="3965"/>
                    <a:pt x="8454" y="3870"/>
                    <a:pt x="8454" y="3787"/>
                  </a:cubicBezTo>
                  <a:lnTo>
                    <a:pt x="8454" y="3775"/>
                  </a:lnTo>
                  <a:cubicBezTo>
                    <a:pt x="8454" y="3370"/>
                    <a:pt x="8788" y="3025"/>
                    <a:pt x="9204" y="3025"/>
                  </a:cubicBezTo>
                  <a:close/>
                  <a:moveTo>
                    <a:pt x="584" y="5180"/>
                  </a:moveTo>
                  <a:cubicBezTo>
                    <a:pt x="679" y="5406"/>
                    <a:pt x="834" y="5596"/>
                    <a:pt x="1037" y="5739"/>
                  </a:cubicBezTo>
                  <a:lnTo>
                    <a:pt x="1037" y="5925"/>
                  </a:lnTo>
                  <a:lnTo>
                    <a:pt x="1037" y="5925"/>
                  </a:lnTo>
                  <a:cubicBezTo>
                    <a:pt x="723" y="5807"/>
                    <a:pt x="571" y="5655"/>
                    <a:pt x="501" y="5585"/>
                  </a:cubicBezTo>
                  <a:cubicBezTo>
                    <a:pt x="537" y="5466"/>
                    <a:pt x="572" y="5335"/>
                    <a:pt x="584" y="5180"/>
                  </a:cubicBezTo>
                  <a:close/>
                  <a:moveTo>
                    <a:pt x="2918" y="5168"/>
                  </a:moveTo>
                  <a:cubicBezTo>
                    <a:pt x="2942" y="5323"/>
                    <a:pt x="2965" y="5454"/>
                    <a:pt x="3013" y="5573"/>
                  </a:cubicBezTo>
                  <a:cubicBezTo>
                    <a:pt x="2953" y="5656"/>
                    <a:pt x="2787" y="5811"/>
                    <a:pt x="2477" y="5930"/>
                  </a:cubicBezTo>
                  <a:lnTo>
                    <a:pt x="2477" y="5716"/>
                  </a:lnTo>
                  <a:cubicBezTo>
                    <a:pt x="2668" y="5585"/>
                    <a:pt x="2834" y="5394"/>
                    <a:pt x="2918" y="5168"/>
                  </a:cubicBezTo>
                  <a:close/>
                  <a:moveTo>
                    <a:pt x="6668" y="4989"/>
                  </a:moveTo>
                  <a:lnTo>
                    <a:pt x="6668" y="5299"/>
                  </a:lnTo>
                  <a:lnTo>
                    <a:pt x="5751" y="5930"/>
                  </a:lnTo>
                  <a:lnTo>
                    <a:pt x="4823" y="5299"/>
                  </a:lnTo>
                  <a:lnTo>
                    <a:pt x="4823" y="4989"/>
                  </a:lnTo>
                  <a:cubicBezTo>
                    <a:pt x="5061" y="5120"/>
                    <a:pt x="5335" y="5204"/>
                    <a:pt x="5620" y="5215"/>
                  </a:cubicBezTo>
                  <a:lnTo>
                    <a:pt x="5751" y="5215"/>
                  </a:lnTo>
                  <a:cubicBezTo>
                    <a:pt x="6073" y="5215"/>
                    <a:pt x="6394" y="5144"/>
                    <a:pt x="6668" y="4989"/>
                  </a:cubicBezTo>
                  <a:close/>
                  <a:moveTo>
                    <a:pt x="9942" y="5882"/>
                  </a:moveTo>
                  <a:lnTo>
                    <a:pt x="9942" y="5954"/>
                  </a:lnTo>
                  <a:cubicBezTo>
                    <a:pt x="9942" y="5989"/>
                    <a:pt x="9942" y="6025"/>
                    <a:pt x="9966" y="6061"/>
                  </a:cubicBezTo>
                  <a:lnTo>
                    <a:pt x="9561" y="6454"/>
                  </a:lnTo>
                  <a:lnTo>
                    <a:pt x="9169" y="6061"/>
                  </a:lnTo>
                  <a:cubicBezTo>
                    <a:pt x="9169" y="6025"/>
                    <a:pt x="9192" y="6001"/>
                    <a:pt x="9192" y="5954"/>
                  </a:cubicBezTo>
                  <a:lnTo>
                    <a:pt x="9192" y="5882"/>
                  </a:lnTo>
                  <a:cubicBezTo>
                    <a:pt x="9288" y="5918"/>
                    <a:pt x="9407" y="5942"/>
                    <a:pt x="9526" y="5942"/>
                  </a:cubicBezTo>
                  <a:lnTo>
                    <a:pt x="9573" y="5942"/>
                  </a:lnTo>
                  <a:cubicBezTo>
                    <a:pt x="9704" y="5942"/>
                    <a:pt x="9823" y="5930"/>
                    <a:pt x="9942" y="5882"/>
                  </a:cubicBezTo>
                  <a:close/>
                  <a:moveTo>
                    <a:pt x="2120" y="5882"/>
                  </a:moveTo>
                  <a:lnTo>
                    <a:pt x="2120" y="6061"/>
                  </a:lnTo>
                  <a:cubicBezTo>
                    <a:pt x="2120" y="6120"/>
                    <a:pt x="2132" y="6180"/>
                    <a:pt x="2168" y="6228"/>
                  </a:cubicBezTo>
                  <a:lnTo>
                    <a:pt x="2013" y="6394"/>
                  </a:lnTo>
                  <a:cubicBezTo>
                    <a:pt x="1941" y="6460"/>
                    <a:pt x="1849" y="6492"/>
                    <a:pt x="1755" y="6492"/>
                  </a:cubicBezTo>
                  <a:cubicBezTo>
                    <a:pt x="1662" y="6492"/>
                    <a:pt x="1566" y="6460"/>
                    <a:pt x="1489" y="6394"/>
                  </a:cubicBezTo>
                  <a:lnTo>
                    <a:pt x="1322" y="6239"/>
                  </a:lnTo>
                  <a:cubicBezTo>
                    <a:pt x="1358" y="6192"/>
                    <a:pt x="1370" y="6132"/>
                    <a:pt x="1370" y="6073"/>
                  </a:cubicBezTo>
                  <a:lnTo>
                    <a:pt x="1370" y="5882"/>
                  </a:lnTo>
                  <a:cubicBezTo>
                    <a:pt x="1489" y="5918"/>
                    <a:pt x="1608" y="5942"/>
                    <a:pt x="1751" y="5942"/>
                  </a:cubicBezTo>
                  <a:cubicBezTo>
                    <a:pt x="1882" y="5942"/>
                    <a:pt x="2001" y="5930"/>
                    <a:pt x="2120" y="5882"/>
                  </a:cubicBezTo>
                  <a:close/>
                  <a:moveTo>
                    <a:pt x="4692" y="5620"/>
                  </a:moveTo>
                  <a:lnTo>
                    <a:pt x="5490" y="6168"/>
                  </a:lnTo>
                  <a:lnTo>
                    <a:pt x="5061" y="6585"/>
                  </a:lnTo>
                  <a:lnTo>
                    <a:pt x="5049" y="6585"/>
                  </a:lnTo>
                  <a:lnTo>
                    <a:pt x="4525" y="5799"/>
                  </a:lnTo>
                  <a:lnTo>
                    <a:pt x="4692" y="5620"/>
                  </a:lnTo>
                  <a:close/>
                  <a:moveTo>
                    <a:pt x="6823" y="5596"/>
                  </a:moveTo>
                  <a:lnTo>
                    <a:pt x="6978" y="5775"/>
                  </a:lnTo>
                  <a:lnTo>
                    <a:pt x="6466" y="6585"/>
                  </a:lnTo>
                  <a:lnTo>
                    <a:pt x="6442" y="6585"/>
                  </a:lnTo>
                  <a:lnTo>
                    <a:pt x="6013" y="6156"/>
                  </a:lnTo>
                  <a:lnTo>
                    <a:pt x="6823" y="5596"/>
                  </a:lnTo>
                  <a:close/>
                  <a:moveTo>
                    <a:pt x="5251" y="1"/>
                  </a:moveTo>
                  <a:cubicBezTo>
                    <a:pt x="4358" y="1"/>
                    <a:pt x="3632" y="739"/>
                    <a:pt x="3632" y="1632"/>
                  </a:cubicBezTo>
                  <a:lnTo>
                    <a:pt x="3632" y="1989"/>
                  </a:lnTo>
                  <a:cubicBezTo>
                    <a:pt x="3632" y="2263"/>
                    <a:pt x="3692" y="2548"/>
                    <a:pt x="3811" y="2799"/>
                  </a:cubicBezTo>
                  <a:lnTo>
                    <a:pt x="3811" y="3191"/>
                  </a:lnTo>
                  <a:cubicBezTo>
                    <a:pt x="3811" y="3834"/>
                    <a:pt x="4096" y="4394"/>
                    <a:pt x="4537" y="4763"/>
                  </a:cubicBezTo>
                  <a:lnTo>
                    <a:pt x="4537" y="5335"/>
                  </a:lnTo>
                  <a:lnTo>
                    <a:pt x="4227" y="5656"/>
                  </a:lnTo>
                  <a:cubicBezTo>
                    <a:pt x="4204" y="5692"/>
                    <a:pt x="4180" y="5751"/>
                    <a:pt x="4180" y="5799"/>
                  </a:cubicBezTo>
                  <a:lnTo>
                    <a:pt x="3144" y="6168"/>
                  </a:lnTo>
                  <a:cubicBezTo>
                    <a:pt x="3073" y="6192"/>
                    <a:pt x="2989" y="6228"/>
                    <a:pt x="2930" y="6275"/>
                  </a:cubicBezTo>
                  <a:lnTo>
                    <a:pt x="2775" y="6180"/>
                  </a:lnTo>
                  <a:cubicBezTo>
                    <a:pt x="3263" y="5977"/>
                    <a:pt x="3406" y="5680"/>
                    <a:pt x="3430" y="5656"/>
                  </a:cubicBezTo>
                  <a:cubicBezTo>
                    <a:pt x="3454" y="5620"/>
                    <a:pt x="3454" y="5561"/>
                    <a:pt x="3430" y="5513"/>
                  </a:cubicBezTo>
                  <a:cubicBezTo>
                    <a:pt x="3311" y="5275"/>
                    <a:pt x="3287" y="4811"/>
                    <a:pt x="3275" y="4453"/>
                  </a:cubicBezTo>
                  <a:cubicBezTo>
                    <a:pt x="3275" y="4334"/>
                    <a:pt x="3263" y="4215"/>
                    <a:pt x="3263" y="4132"/>
                  </a:cubicBezTo>
                  <a:cubicBezTo>
                    <a:pt x="3204" y="3310"/>
                    <a:pt x="2596" y="2691"/>
                    <a:pt x="1822" y="2691"/>
                  </a:cubicBezTo>
                  <a:cubicBezTo>
                    <a:pt x="1060" y="2691"/>
                    <a:pt x="429" y="3310"/>
                    <a:pt x="370" y="4132"/>
                  </a:cubicBezTo>
                  <a:cubicBezTo>
                    <a:pt x="370" y="4227"/>
                    <a:pt x="358" y="4334"/>
                    <a:pt x="358" y="4453"/>
                  </a:cubicBezTo>
                  <a:cubicBezTo>
                    <a:pt x="346" y="4811"/>
                    <a:pt x="334" y="5263"/>
                    <a:pt x="215" y="5513"/>
                  </a:cubicBezTo>
                  <a:cubicBezTo>
                    <a:pt x="179" y="5561"/>
                    <a:pt x="179" y="5620"/>
                    <a:pt x="215" y="5656"/>
                  </a:cubicBezTo>
                  <a:cubicBezTo>
                    <a:pt x="215" y="5680"/>
                    <a:pt x="370" y="5977"/>
                    <a:pt x="870" y="6180"/>
                  </a:cubicBezTo>
                  <a:lnTo>
                    <a:pt x="406" y="6406"/>
                  </a:lnTo>
                  <a:cubicBezTo>
                    <a:pt x="167" y="6525"/>
                    <a:pt x="1" y="6775"/>
                    <a:pt x="1" y="7049"/>
                  </a:cubicBezTo>
                  <a:lnTo>
                    <a:pt x="1" y="8299"/>
                  </a:lnTo>
                  <a:cubicBezTo>
                    <a:pt x="1" y="8383"/>
                    <a:pt x="72" y="8454"/>
                    <a:pt x="167" y="8454"/>
                  </a:cubicBezTo>
                  <a:cubicBezTo>
                    <a:pt x="251" y="8454"/>
                    <a:pt x="334" y="8383"/>
                    <a:pt x="334" y="8299"/>
                  </a:cubicBezTo>
                  <a:lnTo>
                    <a:pt x="334" y="7049"/>
                  </a:lnTo>
                  <a:cubicBezTo>
                    <a:pt x="334" y="6894"/>
                    <a:pt x="406" y="6775"/>
                    <a:pt x="537" y="6704"/>
                  </a:cubicBezTo>
                  <a:lnTo>
                    <a:pt x="1108" y="6418"/>
                  </a:lnTo>
                  <a:lnTo>
                    <a:pt x="1299" y="6609"/>
                  </a:lnTo>
                  <a:cubicBezTo>
                    <a:pt x="1429" y="6751"/>
                    <a:pt x="1608" y="6811"/>
                    <a:pt x="1787" y="6811"/>
                  </a:cubicBezTo>
                  <a:cubicBezTo>
                    <a:pt x="1965" y="6811"/>
                    <a:pt x="2144" y="6751"/>
                    <a:pt x="2275" y="6609"/>
                  </a:cubicBezTo>
                  <a:lnTo>
                    <a:pt x="2477" y="6418"/>
                  </a:lnTo>
                  <a:lnTo>
                    <a:pt x="2656" y="6513"/>
                  </a:lnTo>
                  <a:cubicBezTo>
                    <a:pt x="2561" y="6644"/>
                    <a:pt x="2513" y="6811"/>
                    <a:pt x="2513" y="6990"/>
                  </a:cubicBezTo>
                  <a:lnTo>
                    <a:pt x="2513" y="8299"/>
                  </a:lnTo>
                  <a:cubicBezTo>
                    <a:pt x="2513" y="8383"/>
                    <a:pt x="2596" y="8454"/>
                    <a:pt x="2680" y="8454"/>
                  </a:cubicBezTo>
                  <a:cubicBezTo>
                    <a:pt x="2775" y="8454"/>
                    <a:pt x="2846" y="8383"/>
                    <a:pt x="2846" y="8299"/>
                  </a:cubicBezTo>
                  <a:lnTo>
                    <a:pt x="2846" y="6990"/>
                  </a:lnTo>
                  <a:cubicBezTo>
                    <a:pt x="2846" y="6751"/>
                    <a:pt x="2989" y="6537"/>
                    <a:pt x="3215" y="6466"/>
                  </a:cubicBezTo>
                  <a:lnTo>
                    <a:pt x="4323" y="6061"/>
                  </a:lnTo>
                  <a:lnTo>
                    <a:pt x="4775" y="6751"/>
                  </a:lnTo>
                  <a:cubicBezTo>
                    <a:pt x="4835" y="6835"/>
                    <a:pt x="4930" y="6894"/>
                    <a:pt x="5037" y="6894"/>
                  </a:cubicBezTo>
                  <a:lnTo>
                    <a:pt x="5061" y="6894"/>
                  </a:lnTo>
                  <a:cubicBezTo>
                    <a:pt x="5156" y="6894"/>
                    <a:pt x="5239" y="6870"/>
                    <a:pt x="5311" y="6787"/>
                  </a:cubicBezTo>
                  <a:lnTo>
                    <a:pt x="5597" y="6513"/>
                  </a:lnTo>
                  <a:lnTo>
                    <a:pt x="5597" y="8275"/>
                  </a:lnTo>
                  <a:cubicBezTo>
                    <a:pt x="5597" y="8371"/>
                    <a:pt x="5668" y="8442"/>
                    <a:pt x="5763" y="8442"/>
                  </a:cubicBezTo>
                  <a:cubicBezTo>
                    <a:pt x="5847" y="8442"/>
                    <a:pt x="5930" y="8371"/>
                    <a:pt x="5930" y="8275"/>
                  </a:cubicBezTo>
                  <a:lnTo>
                    <a:pt x="5930" y="6513"/>
                  </a:lnTo>
                  <a:lnTo>
                    <a:pt x="6204" y="6787"/>
                  </a:lnTo>
                  <a:cubicBezTo>
                    <a:pt x="6263" y="6847"/>
                    <a:pt x="6359" y="6894"/>
                    <a:pt x="6466" y="6894"/>
                  </a:cubicBezTo>
                  <a:lnTo>
                    <a:pt x="6490" y="6894"/>
                  </a:lnTo>
                  <a:cubicBezTo>
                    <a:pt x="6597" y="6882"/>
                    <a:pt x="6680" y="6835"/>
                    <a:pt x="6740" y="6751"/>
                  </a:cubicBezTo>
                  <a:lnTo>
                    <a:pt x="7204" y="6061"/>
                  </a:lnTo>
                  <a:lnTo>
                    <a:pt x="8311" y="6466"/>
                  </a:lnTo>
                  <a:cubicBezTo>
                    <a:pt x="8526" y="6537"/>
                    <a:pt x="8680" y="6751"/>
                    <a:pt x="8680" y="6990"/>
                  </a:cubicBezTo>
                  <a:lnTo>
                    <a:pt x="8680" y="8299"/>
                  </a:lnTo>
                  <a:cubicBezTo>
                    <a:pt x="8680" y="8383"/>
                    <a:pt x="8752" y="8454"/>
                    <a:pt x="8847" y="8454"/>
                  </a:cubicBezTo>
                  <a:cubicBezTo>
                    <a:pt x="8930" y="8454"/>
                    <a:pt x="9002" y="8383"/>
                    <a:pt x="9002" y="8299"/>
                  </a:cubicBezTo>
                  <a:lnTo>
                    <a:pt x="9002" y="6990"/>
                  </a:lnTo>
                  <a:cubicBezTo>
                    <a:pt x="9002" y="6751"/>
                    <a:pt x="8919" y="6525"/>
                    <a:pt x="8752" y="6358"/>
                  </a:cubicBezTo>
                  <a:lnTo>
                    <a:pt x="8799" y="6347"/>
                  </a:lnTo>
                  <a:cubicBezTo>
                    <a:pt x="8847" y="6335"/>
                    <a:pt x="8907" y="6311"/>
                    <a:pt x="8966" y="6287"/>
                  </a:cubicBezTo>
                  <a:lnTo>
                    <a:pt x="9395" y="6716"/>
                  </a:lnTo>
                  <a:lnTo>
                    <a:pt x="9395" y="8275"/>
                  </a:lnTo>
                  <a:cubicBezTo>
                    <a:pt x="9395" y="8371"/>
                    <a:pt x="9466" y="8442"/>
                    <a:pt x="9561" y="8442"/>
                  </a:cubicBezTo>
                  <a:cubicBezTo>
                    <a:pt x="9645" y="8442"/>
                    <a:pt x="9728" y="8371"/>
                    <a:pt x="9728" y="8275"/>
                  </a:cubicBezTo>
                  <a:lnTo>
                    <a:pt x="9728" y="6716"/>
                  </a:lnTo>
                  <a:lnTo>
                    <a:pt x="10157" y="6287"/>
                  </a:lnTo>
                  <a:cubicBezTo>
                    <a:pt x="10181" y="6299"/>
                    <a:pt x="10204" y="6299"/>
                    <a:pt x="10228" y="6311"/>
                  </a:cubicBezTo>
                  <a:lnTo>
                    <a:pt x="10931" y="6513"/>
                  </a:lnTo>
                  <a:cubicBezTo>
                    <a:pt x="11097" y="6549"/>
                    <a:pt x="11193" y="6704"/>
                    <a:pt x="11193" y="6870"/>
                  </a:cubicBezTo>
                  <a:lnTo>
                    <a:pt x="11193" y="8263"/>
                  </a:lnTo>
                  <a:cubicBezTo>
                    <a:pt x="11193" y="8359"/>
                    <a:pt x="11276" y="8430"/>
                    <a:pt x="11359" y="8430"/>
                  </a:cubicBezTo>
                  <a:cubicBezTo>
                    <a:pt x="11455" y="8430"/>
                    <a:pt x="11526" y="8359"/>
                    <a:pt x="11526" y="8263"/>
                  </a:cubicBezTo>
                  <a:lnTo>
                    <a:pt x="11526" y="6870"/>
                  </a:lnTo>
                  <a:cubicBezTo>
                    <a:pt x="11538" y="6597"/>
                    <a:pt x="11335" y="6311"/>
                    <a:pt x="11014" y="6228"/>
                  </a:cubicBezTo>
                  <a:lnTo>
                    <a:pt x="10323" y="6037"/>
                  </a:lnTo>
                  <a:cubicBezTo>
                    <a:pt x="10288" y="6013"/>
                    <a:pt x="10276" y="6001"/>
                    <a:pt x="10276" y="5954"/>
                  </a:cubicBezTo>
                  <a:lnTo>
                    <a:pt x="10276" y="5716"/>
                  </a:lnTo>
                  <a:cubicBezTo>
                    <a:pt x="10335" y="5680"/>
                    <a:pt x="10383" y="5632"/>
                    <a:pt x="10443" y="5585"/>
                  </a:cubicBezTo>
                  <a:cubicBezTo>
                    <a:pt x="10693" y="5346"/>
                    <a:pt x="10824" y="5025"/>
                    <a:pt x="10824" y="4680"/>
                  </a:cubicBezTo>
                  <a:lnTo>
                    <a:pt x="10824" y="4346"/>
                  </a:lnTo>
                  <a:lnTo>
                    <a:pt x="10895" y="4215"/>
                  </a:lnTo>
                  <a:cubicBezTo>
                    <a:pt x="10978" y="4072"/>
                    <a:pt x="11014" y="3906"/>
                    <a:pt x="11014" y="3739"/>
                  </a:cubicBezTo>
                  <a:lnTo>
                    <a:pt x="11014" y="2858"/>
                  </a:lnTo>
                  <a:cubicBezTo>
                    <a:pt x="11014" y="2775"/>
                    <a:pt x="10943" y="2691"/>
                    <a:pt x="10859" y="2691"/>
                  </a:cubicBezTo>
                  <a:lnTo>
                    <a:pt x="9216" y="2691"/>
                  </a:lnTo>
                  <a:cubicBezTo>
                    <a:pt x="8621" y="2691"/>
                    <a:pt x="8145" y="3180"/>
                    <a:pt x="8145" y="3775"/>
                  </a:cubicBezTo>
                  <a:lnTo>
                    <a:pt x="8145" y="3787"/>
                  </a:lnTo>
                  <a:cubicBezTo>
                    <a:pt x="8145" y="3918"/>
                    <a:pt x="8180" y="4072"/>
                    <a:pt x="8240" y="4192"/>
                  </a:cubicBezTo>
                  <a:lnTo>
                    <a:pt x="8323" y="4370"/>
                  </a:lnTo>
                  <a:lnTo>
                    <a:pt x="8323" y="4644"/>
                  </a:lnTo>
                  <a:cubicBezTo>
                    <a:pt x="8323" y="5096"/>
                    <a:pt x="8549" y="5477"/>
                    <a:pt x="8871" y="5716"/>
                  </a:cubicBezTo>
                  <a:lnTo>
                    <a:pt x="8871" y="5954"/>
                  </a:lnTo>
                  <a:cubicBezTo>
                    <a:pt x="8871" y="6001"/>
                    <a:pt x="8871" y="6013"/>
                    <a:pt x="8740" y="6049"/>
                  </a:cubicBezTo>
                  <a:lnTo>
                    <a:pt x="8395" y="6156"/>
                  </a:lnTo>
                  <a:lnTo>
                    <a:pt x="7418" y="5799"/>
                  </a:lnTo>
                  <a:cubicBezTo>
                    <a:pt x="7418" y="5751"/>
                    <a:pt x="7406" y="5704"/>
                    <a:pt x="7371" y="5656"/>
                  </a:cubicBezTo>
                  <a:lnTo>
                    <a:pt x="7061" y="5335"/>
                  </a:lnTo>
                  <a:lnTo>
                    <a:pt x="7061" y="4787"/>
                  </a:lnTo>
                  <a:cubicBezTo>
                    <a:pt x="7085" y="4751"/>
                    <a:pt x="7121" y="4727"/>
                    <a:pt x="7168" y="4692"/>
                  </a:cubicBezTo>
                  <a:cubicBezTo>
                    <a:pt x="7561" y="4323"/>
                    <a:pt x="7787" y="3787"/>
                    <a:pt x="7787" y="3251"/>
                  </a:cubicBezTo>
                  <a:lnTo>
                    <a:pt x="7787" y="2799"/>
                  </a:lnTo>
                  <a:cubicBezTo>
                    <a:pt x="7906" y="2537"/>
                    <a:pt x="7966" y="2263"/>
                    <a:pt x="7966" y="1989"/>
                  </a:cubicBezTo>
                  <a:lnTo>
                    <a:pt x="7966" y="167"/>
                  </a:lnTo>
                  <a:cubicBezTo>
                    <a:pt x="7966" y="84"/>
                    <a:pt x="7895" y="1"/>
                    <a:pt x="77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tx2"/>
                </a:solidFill>
              </a:endParaRPr>
            </a:p>
          </p:txBody>
        </p:sp>
        <p:sp>
          <p:nvSpPr>
            <p:cNvPr id="33" name="Google Shape;14210;p84">
              <a:extLst>
                <a:ext uri="{FF2B5EF4-FFF2-40B4-BE49-F238E27FC236}">
                  <a16:creationId xmlns:a16="http://schemas.microsoft.com/office/drawing/2014/main" xmlns="" id="{49608285-E307-A642-B2C9-20CA1F9D06ED}"/>
                </a:ext>
              </a:extLst>
            </p:cNvPr>
            <p:cNvSpPr/>
            <p:nvPr/>
          </p:nvSpPr>
          <p:spPr>
            <a:xfrm>
              <a:off x="1639960" y="3622549"/>
              <a:ext cx="10631" cy="45135"/>
            </a:xfrm>
            <a:custGeom>
              <a:avLst/>
              <a:gdLst/>
              <a:ahLst/>
              <a:cxnLst/>
              <a:rect l="l" t="t" r="r" b="b"/>
              <a:pathLst>
                <a:path w="334" h="1418" extrusionOk="0">
                  <a:moveTo>
                    <a:pt x="167" y="1"/>
                  </a:moveTo>
                  <a:cubicBezTo>
                    <a:pt x="84" y="1"/>
                    <a:pt x="0" y="72"/>
                    <a:pt x="0" y="168"/>
                  </a:cubicBezTo>
                  <a:lnTo>
                    <a:pt x="0" y="1251"/>
                  </a:lnTo>
                  <a:cubicBezTo>
                    <a:pt x="0" y="1334"/>
                    <a:pt x="84" y="1418"/>
                    <a:pt x="167" y="1418"/>
                  </a:cubicBezTo>
                  <a:cubicBezTo>
                    <a:pt x="262" y="1418"/>
                    <a:pt x="334" y="1334"/>
                    <a:pt x="334" y="1251"/>
                  </a:cubicBezTo>
                  <a:lnTo>
                    <a:pt x="334" y="168"/>
                  </a:lnTo>
                  <a:cubicBezTo>
                    <a:pt x="334" y="72"/>
                    <a:pt x="262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34" name="Google Shape;14211;p84">
              <a:extLst>
                <a:ext uri="{FF2B5EF4-FFF2-40B4-BE49-F238E27FC236}">
                  <a16:creationId xmlns:a16="http://schemas.microsoft.com/office/drawing/2014/main" xmlns="" id="{84F51A8D-549B-E44D-8779-C0A91D88A6EA}"/>
                </a:ext>
              </a:extLst>
            </p:cNvPr>
            <p:cNvSpPr/>
            <p:nvPr/>
          </p:nvSpPr>
          <p:spPr>
            <a:xfrm>
              <a:off x="1444014" y="3446466"/>
              <a:ext cx="91734" cy="30589"/>
            </a:xfrm>
            <a:custGeom>
              <a:avLst/>
              <a:gdLst/>
              <a:ahLst/>
              <a:cxnLst/>
              <a:rect l="l" t="t" r="r" b="b"/>
              <a:pathLst>
                <a:path w="2882" h="961" extrusionOk="0">
                  <a:moveTo>
                    <a:pt x="1169" y="1"/>
                  </a:moveTo>
                  <a:cubicBezTo>
                    <a:pt x="820" y="1"/>
                    <a:pt x="503" y="37"/>
                    <a:pt x="298" y="68"/>
                  </a:cubicBezTo>
                  <a:cubicBezTo>
                    <a:pt x="120" y="104"/>
                    <a:pt x="1" y="247"/>
                    <a:pt x="1" y="413"/>
                  </a:cubicBezTo>
                  <a:lnTo>
                    <a:pt x="1" y="794"/>
                  </a:lnTo>
                  <a:cubicBezTo>
                    <a:pt x="1" y="890"/>
                    <a:pt x="72" y="961"/>
                    <a:pt x="167" y="961"/>
                  </a:cubicBezTo>
                  <a:cubicBezTo>
                    <a:pt x="251" y="961"/>
                    <a:pt x="322" y="890"/>
                    <a:pt x="322" y="794"/>
                  </a:cubicBezTo>
                  <a:lnTo>
                    <a:pt x="322" y="413"/>
                  </a:lnTo>
                  <a:cubicBezTo>
                    <a:pt x="322" y="413"/>
                    <a:pt x="322" y="401"/>
                    <a:pt x="346" y="401"/>
                  </a:cubicBezTo>
                  <a:cubicBezTo>
                    <a:pt x="514" y="373"/>
                    <a:pt x="820" y="331"/>
                    <a:pt x="1157" y="331"/>
                  </a:cubicBezTo>
                  <a:cubicBezTo>
                    <a:pt x="1250" y="331"/>
                    <a:pt x="1346" y="334"/>
                    <a:pt x="1441" y="342"/>
                  </a:cubicBezTo>
                  <a:cubicBezTo>
                    <a:pt x="1977" y="366"/>
                    <a:pt x="2346" y="497"/>
                    <a:pt x="2584" y="735"/>
                  </a:cubicBezTo>
                  <a:cubicBezTo>
                    <a:pt x="2614" y="765"/>
                    <a:pt x="2659" y="779"/>
                    <a:pt x="2703" y="779"/>
                  </a:cubicBezTo>
                  <a:cubicBezTo>
                    <a:pt x="2748" y="779"/>
                    <a:pt x="2793" y="765"/>
                    <a:pt x="2822" y="735"/>
                  </a:cubicBezTo>
                  <a:cubicBezTo>
                    <a:pt x="2882" y="675"/>
                    <a:pt x="2882" y="556"/>
                    <a:pt x="2822" y="497"/>
                  </a:cubicBezTo>
                  <a:cubicBezTo>
                    <a:pt x="2428" y="102"/>
                    <a:pt x="1753" y="1"/>
                    <a:pt x="1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35" name="Google Shape;14212;p84">
              <a:extLst>
                <a:ext uri="{FF2B5EF4-FFF2-40B4-BE49-F238E27FC236}">
                  <a16:creationId xmlns:a16="http://schemas.microsoft.com/office/drawing/2014/main" xmlns="" id="{16CEC141-AEB3-4D44-AB83-954949E9187D}"/>
                </a:ext>
              </a:extLst>
            </p:cNvPr>
            <p:cNvSpPr/>
            <p:nvPr/>
          </p:nvSpPr>
          <p:spPr>
            <a:xfrm>
              <a:off x="1420524" y="3633944"/>
              <a:ext cx="11013" cy="33740"/>
            </a:xfrm>
            <a:custGeom>
              <a:avLst/>
              <a:gdLst/>
              <a:ahLst/>
              <a:cxnLst/>
              <a:rect l="l" t="t" r="r" b="b"/>
              <a:pathLst>
                <a:path w="346" h="1060" extrusionOk="0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lnTo>
                    <a:pt x="1" y="893"/>
                  </a:lnTo>
                  <a:cubicBezTo>
                    <a:pt x="1" y="976"/>
                    <a:pt x="84" y="1060"/>
                    <a:pt x="167" y="1060"/>
                  </a:cubicBezTo>
                  <a:cubicBezTo>
                    <a:pt x="262" y="1060"/>
                    <a:pt x="334" y="976"/>
                    <a:pt x="334" y="893"/>
                  </a:cubicBezTo>
                  <a:lnTo>
                    <a:pt x="334" y="167"/>
                  </a:lnTo>
                  <a:cubicBezTo>
                    <a:pt x="346" y="72"/>
                    <a:pt x="262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36" name="Google Shape;14213;p84">
              <a:extLst>
                <a:ext uri="{FF2B5EF4-FFF2-40B4-BE49-F238E27FC236}">
                  <a16:creationId xmlns:a16="http://schemas.microsoft.com/office/drawing/2014/main" xmlns="" id="{EF514D50-45E9-1C4C-9D45-1E612F9B87AF}"/>
                </a:ext>
              </a:extLst>
            </p:cNvPr>
            <p:cNvSpPr/>
            <p:nvPr/>
          </p:nvSpPr>
          <p:spPr>
            <a:xfrm>
              <a:off x="1547494" y="3633944"/>
              <a:ext cx="11013" cy="33740"/>
            </a:xfrm>
            <a:custGeom>
              <a:avLst/>
              <a:gdLst/>
              <a:ahLst/>
              <a:cxnLst/>
              <a:rect l="l" t="t" r="r" b="b"/>
              <a:pathLst>
                <a:path w="346" h="1060" extrusionOk="0">
                  <a:moveTo>
                    <a:pt x="167" y="0"/>
                  </a:moveTo>
                  <a:cubicBezTo>
                    <a:pt x="83" y="0"/>
                    <a:pt x="0" y="72"/>
                    <a:pt x="0" y="167"/>
                  </a:cubicBezTo>
                  <a:lnTo>
                    <a:pt x="0" y="893"/>
                  </a:lnTo>
                  <a:cubicBezTo>
                    <a:pt x="0" y="976"/>
                    <a:pt x="83" y="1060"/>
                    <a:pt x="167" y="1060"/>
                  </a:cubicBezTo>
                  <a:cubicBezTo>
                    <a:pt x="262" y="1060"/>
                    <a:pt x="333" y="976"/>
                    <a:pt x="333" y="893"/>
                  </a:cubicBezTo>
                  <a:lnTo>
                    <a:pt x="333" y="167"/>
                  </a:lnTo>
                  <a:cubicBezTo>
                    <a:pt x="345" y="72"/>
                    <a:pt x="274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</p:grpSp>
      <p:sp>
        <p:nvSpPr>
          <p:cNvPr id="56" name="Google Shape;1636;p41">
            <a:extLst>
              <a:ext uri="{FF2B5EF4-FFF2-40B4-BE49-F238E27FC236}">
                <a16:creationId xmlns:a16="http://schemas.microsoft.com/office/drawing/2014/main" xmlns="" id="{33ECE9A1-D7C1-D649-A60B-8256F43BEF36}"/>
              </a:ext>
            </a:extLst>
          </p:cNvPr>
          <p:cNvSpPr txBox="1">
            <a:spLocks/>
          </p:cNvSpPr>
          <p:nvPr/>
        </p:nvSpPr>
        <p:spPr>
          <a:xfrm>
            <a:off x="3389968" y="2507272"/>
            <a:ext cx="2794888" cy="47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it-IT" dirty="0"/>
              <a:t>&lt;#articolazione#&gt;</a:t>
            </a:r>
          </a:p>
        </p:txBody>
      </p:sp>
      <p:sp>
        <p:nvSpPr>
          <p:cNvPr id="73" name="Google Shape;14318;p84">
            <a:extLst>
              <a:ext uri="{FF2B5EF4-FFF2-40B4-BE49-F238E27FC236}">
                <a16:creationId xmlns:a16="http://schemas.microsoft.com/office/drawing/2014/main" xmlns="" id="{C4156468-B0A7-C54F-85E0-66A96649F4B0}"/>
              </a:ext>
            </a:extLst>
          </p:cNvPr>
          <p:cNvSpPr/>
          <p:nvPr/>
        </p:nvSpPr>
        <p:spPr>
          <a:xfrm>
            <a:off x="6779733" y="1191590"/>
            <a:ext cx="857415" cy="732342"/>
          </a:xfrm>
          <a:custGeom>
            <a:avLst/>
            <a:gdLst/>
            <a:ahLst/>
            <a:cxnLst/>
            <a:rect l="l" t="t" r="r" b="b"/>
            <a:pathLst>
              <a:path w="10919" h="10884" extrusionOk="0">
                <a:moveTo>
                  <a:pt x="9561" y="561"/>
                </a:moveTo>
                <a:lnTo>
                  <a:pt x="9561" y="1203"/>
                </a:lnTo>
                <a:cubicBezTo>
                  <a:pt x="9561" y="1299"/>
                  <a:pt x="9633" y="1370"/>
                  <a:pt x="9728" y="1370"/>
                </a:cubicBezTo>
                <a:lnTo>
                  <a:pt x="10359" y="1370"/>
                </a:lnTo>
                <a:lnTo>
                  <a:pt x="8966" y="2739"/>
                </a:lnTo>
                <a:lnTo>
                  <a:pt x="8394" y="2739"/>
                </a:lnTo>
                <a:lnTo>
                  <a:pt x="9323" y="1811"/>
                </a:lnTo>
                <a:cubicBezTo>
                  <a:pt x="9383" y="1751"/>
                  <a:pt x="9383" y="1644"/>
                  <a:pt x="9323" y="1584"/>
                </a:cubicBezTo>
                <a:cubicBezTo>
                  <a:pt x="9293" y="1555"/>
                  <a:pt x="9252" y="1540"/>
                  <a:pt x="9210" y="1540"/>
                </a:cubicBezTo>
                <a:cubicBezTo>
                  <a:pt x="9168" y="1540"/>
                  <a:pt x="9127" y="1555"/>
                  <a:pt x="9097" y="1584"/>
                </a:cubicBezTo>
                <a:lnTo>
                  <a:pt x="8180" y="2513"/>
                </a:lnTo>
                <a:lnTo>
                  <a:pt x="8180" y="1954"/>
                </a:lnTo>
                <a:lnTo>
                  <a:pt x="9561" y="561"/>
                </a:lnTo>
                <a:close/>
                <a:moveTo>
                  <a:pt x="4441" y="2382"/>
                </a:moveTo>
                <a:cubicBezTo>
                  <a:pt x="5513" y="2382"/>
                  <a:pt x="6489" y="2799"/>
                  <a:pt x="7228" y="3466"/>
                </a:cubicBezTo>
                <a:lnTo>
                  <a:pt x="4334" y="6347"/>
                </a:lnTo>
                <a:cubicBezTo>
                  <a:pt x="4275" y="6406"/>
                  <a:pt x="4275" y="6514"/>
                  <a:pt x="4334" y="6573"/>
                </a:cubicBezTo>
                <a:cubicBezTo>
                  <a:pt x="4370" y="6609"/>
                  <a:pt x="4406" y="6621"/>
                  <a:pt x="4453" y="6621"/>
                </a:cubicBezTo>
                <a:cubicBezTo>
                  <a:pt x="4501" y="6621"/>
                  <a:pt x="4525" y="6609"/>
                  <a:pt x="4572" y="6573"/>
                </a:cubicBezTo>
                <a:lnTo>
                  <a:pt x="5287" y="5859"/>
                </a:lnTo>
                <a:cubicBezTo>
                  <a:pt x="5418" y="6037"/>
                  <a:pt x="5477" y="6252"/>
                  <a:pt x="5477" y="6478"/>
                </a:cubicBezTo>
                <a:cubicBezTo>
                  <a:pt x="5477" y="7038"/>
                  <a:pt x="5013" y="7502"/>
                  <a:pt x="4453" y="7502"/>
                </a:cubicBezTo>
                <a:cubicBezTo>
                  <a:pt x="3894" y="7502"/>
                  <a:pt x="3429" y="7038"/>
                  <a:pt x="3429" y="6478"/>
                </a:cubicBezTo>
                <a:cubicBezTo>
                  <a:pt x="3429" y="5906"/>
                  <a:pt x="3894" y="5442"/>
                  <a:pt x="4453" y="5442"/>
                </a:cubicBezTo>
                <a:cubicBezTo>
                  <a:pt x="4513" y="5442"/>
                  <a:pt x="4584" y="5442"/>
                  <a:pt x="4644" y="5466"/>
                </a:cubicBezTo>
                <a:cubicBezTo>
                  <a:pt x="4652" y="5467"/>
                  <a:pt x="4660" y="5467"/>
                  <a:pt x="4668" y="5467"/>
                </a:cubicBezTo>
                <a:cubicBezTo>
                  <a:pt x="4751" y="5467"/>
                  <a:pt x="4813" y="5410"/>
                  <a:pt x="4834" y="5323"/>
                </a:cubicBezTo>
                <a:cubicBezTo>
                  <a:pt x="4858" y="5240"/>
                  <a:pt x="4799" y="5168"/>
                  <a:pt x="4703" y="5133"/>
                </a:cubicBezTo>
                <a:cubicBezTo>
                  <a:pt x="4620" y="5121"/>
                  <a:pt x="4537" y="5109"/>
                  <a:pt x="4453" y="5109"/>
                </a:cubicBezTo>
                <a:cubicBezTo>
                  <a:pt x="3703" y="5109"/>
                  <a:pt x="3096" y="5716"/>
                  <a:pt x="3096" y="6454"/>
                </a:cubicBezTo>
                <a:cubicBezTo>
                  <a:pt x="3096" y="7204"/>
                  <a:pt x="3703" y="7811"/>
                  <a:pt x="4453" y="7811"/>
                </a:cubicBezTo>
                <a:cubicBezTo>
                  <a:pt x="5192" y="7811"/>
                  <a:pt x="5811" y="7204"/>
                  <a:pt x="5811" y="6454"/>
                </a:cubicBezTo>
                <a:cubicBezTo>
                  <a:pt x="5811" y="6145"/>
                  <a:pt x="5704" y="5859"/>
                  <a:pt x="5525" y="5621"/>
                </a:cubicBezTo>
                <a:lnTo>
                  <a:pt x="6025" y="5121"/>
                </a:lnTo>
                <a:cubicBezTo>
                  <a:pt x="6346" y="5490"/>
                  <a:pt x="6525" y="5966"/>
                  <a:pt x="6525" y="6454"/>
                </a:cubicBezTo>
                <a:cubicBezTo>
                  <a:pt x="6525" y="7585"/>
                  <a:pt x="5596" y="8514"/>
                  <a:pt x="4465" y="8514"/>
                </a:cubicBezTo>
                <a:cubicBezTo>
                  <a:pt x="3334" y="8514"/>
                  <a:pt x="2417" y="7585"/>
                  <a:pt x="2417" y="6454"/>
                </a:cubicBezTo>
                <a:cubicBezTo>
                  <a:pt x="2417" y="5323"/>
                  <a:pt x="3334" y="4406"/>
                  <a:pt x="4465" y="4406"/>
                </a:cubicBezTo>
                <a:cubicBezTo>
                  <a:pt x="4811" y="4406"/>
                  <a:pt x="5156" y="4490"/>
                  <a:pt x="5453" y="4656"/>
                </a:cubicBezTo>
                <a:cubicBezTo>
                  <a:pt x="5476" y="4671"/>
                  <a:pt x="5502" y="4678"/>
                  <a:pt x="5528" y="4678"/>
                </a:cubicBezTo>
                <a:cubicBezTo>
                  <a:pt x="5585" y="4678"/>
                  <a:pt x="5643" y="4646"/>
                  <a:pt x="5668" y="4597"/>
                </a:cubicBezTo>
                <a:cubicBezTo>
                  <a:pt x="5715" y="4525"/>
                  <a:pt x="5692" y="4418"/>
                  <a:pt x="5608" y="4371"/>
                </a:cubicBezTo>
                <a:cubicBezTo>
                  <a:pt x="5275" y="4180"/>
                  <a:pt x="4882" y="4097"/>
                  <a:pt x="4477" y="4097"/>
                </a:cubicBezTo>
                <a:cubicBezTo>
                  <a:pt x="3167" y="4097"/>
                  <a:pt x="2120" y="5168"/>
                  <a:pt x="2120" y="6454"/>
                </a:cubicBezTo>
                <a:cubicBezTo>
                  <a:pt x="2120" y="7764"/>
                  <a:pt x="3191" y="8823"/>
                  <a:pt x="4477" y="8823"/>
                </a:cubicBezTo>
                <a:cubicBezTo>
                  <a:pt x="5787" y="8823"/>
                  <a:pt x="6847" y="7752"/>
                  <a:pt x="6847" y="6454"/>
                </a:cubicBezTo>
                <a:cubicBezTo>
                  <a:pt x="6847" y="5883"/>
                  <a:pt x="6644" y="5323"/>
                  <a:pt x="6263" y="4894"/>
                </a:cubicBezTo>
                <a:lnTo>
                  <a:pt x="6763" y="4406"/>
                </a:lnTo>
                <a:cubicBezTo>
                  <a:pt x="7263" y="4966"/>
                  <a:pt x="7549" y="5704"/>
                  <a:pt x="7549" y="6454"/>
                </a:cubicBezTo>
                <a:cubicBezTo>
                  <a:pt x="7549" y="8157"/>
                  <a:pt x="6168" y="9538"/>
                  <a:pt x="4465" y="9538"/>
                </a:cubicBezTo>
                <a:cubicBezTo>
                  <a:pt x="2775" y="9538"/>
                  <a:pt x="1382" y="8157"/>
                  <a:pt x="1382" y="6454"/>
                </a:cubicBezTo>
                <a:cubicBezTo>
                  <a:pt x="1382" y="4763"/>
                  <a:pt x="2775" y="3382"/>
                  <a:pt x="4465" y="3382"/>
                </a:cubicBezTo>
                <a:cubicBezTo>
                  <a:pt x="5061" y="3382"/>
                  <a:pt x="5632" y="3537"/>
                  <a:pt x="6132" y="3870"/>
                </a:cubicBezTo>
                <a:cubicBezTo>
                  <a:pt x="6157" y="3887"/>
                  <a:pt x="6187" y="3895"/>
                  <a:pt x="6217" y="3895"/>
                </a:cubicBezTo>
                <a:cubicBezTo>
                  <a:pt x="6272" y="3895"/>
                  <a:pt x="6328" y="3869"/>
                  <a:pt x="6358" y="3823"/>
                </a:cubicBezTo>
                <a:cubicBezTo>
                  <a:pt x="6406" y="3751"/>
                  <a:pt x="6382" y="3644"/>
                  <a:pt x="6311" y="3597"/>
                </a:cubicBezTo>
                <a:cubicBezTo>
                  <a:pt x="5763" y="3239"/>
                  <a:pt x="5132" y="3061"/>
                  <a:pt x="4477" y="3061"/>
                </a:cubicBezTo>
                <a:cubicBezTo>
                  <a:pt x="2608" y="3061"/>
                  <a:pt x="1084" y="4585"/>
                  <a:pt x="1084" y="6454"/>
                </a:cubicBezTo>
                <a:cubicBezTo>
                  <a:pt x="1084" y="8335"/>
                  <a:pt x="2608" y="9847"/>
                  <a:pt x="4477" y="9847"/>
                </a:cubicBezTo>
                <a:cubicBezTo>
                  <a:pt x="6358" y="9847"/>
                  <a:pt x="7870" y="8335"/>
                  <a:pt x="7870" y="6454"/>
                </a:cubicBezTo>
                <a:cubicBezTo>
                  <a:pt x="7870" y="5609"/>
                  <a:pt x="7561" y="4811"/>
                  <a:pt x="7001" y="4168"/>
                </a:cubicBezTo>
                <a:lnTo>
                  <a:pt x="7489" y="3680"/>
                </a:lnTo>
                <a:cubicBezTo>
                  <a:pt x="8120" y="4418"/>
                  <a:pt x="8537" y="5394"/>
                  <a:pt x="8537" y="6478"/>
                </a:cubicBezTo>
                <a:cubicBezTo>
                  <a:pt x="8537" y="8740"/>
                  <a:pt x="6692" y="10562"/>
                  <a:pt x="4441" y="10562"/>
                </a:cubicBezTo>
                <a:cubicBezTo>
                  <a:pt x="2191" y="10562"/>
                  <a:pt x="346" y="8716"/>
                  <a:pt x="346" y="6478"/>
                </a:cubicBezTo>
                <a:cubicBezTo>
                  <a:pt x="346" y="4228"/>
                  <a:pt x="2191" y="2382"/>
                  <a:pt x="4441" y="2382"/>
                </a:cubicBezTo>
                <a:close/>
                <a:moveTo>
                  <a:pt x="9701" y="1"/>
                </a:moveTo>
                <a:cubicBezTo>
                  <a:pt x="9659" y="1"/>
                  <a:pt x="9617" y="17"/>
                  <a:pt x="9585" y="49"/>
                </a:cubicBezTo>
                <a:lnTo>
                  <a:pt x="7894" y="1739"/>
                </a:lnTo>
                <a:cubicBezTo>
                  <a:pt x="7859" y="1775"/>
                  <a:pt x="7847" y="1811"/>
                  <a:pt x="7847" y="1858"/>
                </a:cubicBezTo>
                <a:lnTo>
                  <a:pt x="7847" y="2811"/>
                </a:lnTo>
                <a:lnTo>
                  <a:pt x="7430" y="3228"/>
                </a:lnTo>
                <a:cubicBezTo>
                  <a:pt x="6644" y="2501"/>
                  <a:pt x="5584" y="2037"/>
                  <a:pt x="4430" y="2037"/>
                </a:cubicBezTo>
                <a:cubicBezTo>
                  <a:pt x="1989" y="2037"/>
                  <a:pt x="0" y="4013"/>
                  <a:pt x="0" y="6454"/>
                </a:cubicBezTo>
                <a:cubicBezTo>
                  <a:pt x="0" y="8895"/>
                  <a:pt x="1989" y="10883"/>
                  <a:pt x="4430" y="10883"/>
                </a:cubicBezTo>
                <a:cubicBezTo>
                  <a:pt x="6870" y="10883"/>
                  <a:pt x="8847" y="8895"/>
                  <a:pt x="8847" y="6454"/>
                </a:cubicBezTo>
                <a:cubicBezTo>
                  <a:pt x="8847" y="5299"/>
                  <a:pt x="8394" y="4240"/>
                  <a:pt x="7656" y="3454"/>
                </a:cubicBezTo>
                <a:lnTo>
                  <a:pt x="8073" y="3037"/>
                </a:lnTo>
                <a:lnTo>
                  <a:pt x="9025" y="3037"/>
                </a:lnTo>
                <a:cubicBezTo>
                  <a:pt x="9073" y="3037"/>
                  <a:pt x="9109" y="3013"/>
                  <a:pt x="9144" y="2989"/>
                </a:cubicBezTo>
                <a:lnTo>
                  <a:pt x="10835" y="1299"/>
                </a:lnTo>
                <a:cubicBezTo>
                  <a:pt x="10895" y="1251"/>
                  <a:pt x="10918" y="1192"/>
                  <a:pt x="10883" y="1132"/>
                </a:cubicBezTo>
                <a:cubicBezTo>
                  <a:pt x="10859" y="1072"/>
                  <a:pt x="10799" y="1025"/>
                  <a:pt x="10740" y="1025"/>
                </a:cubicBezTo>
                <a:lnTo>
                  <a:pt x="9871" y="1025"/>
                </a:lnTo>
                <a:lnTo>
                  <a:pt x="9871" y="168"/>
                </a:lnTo>
                <a:cubicBezTo>
                  <a:pt x="9871" y="108"/>
                  <a:pt x="9823" y="49"/>
                  <a:pt x="9764" y="13"/>
                </a:cubicBezTo>
                <a:cubicBezTo>
                  <a:pt x="9744" y="5"/>
                  <a:pt x="9723" y="1"/>
                  <a:pt x="9701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1636;p41">
            <a:extLst>
              <a:ext uri="{FF2B5EF4-FFF2-40B4-BE49-F238E27FC236}">
                <a16:creationId xmlns:a16="http://schemas.microsoft.com/office/drawing/2014/main" xmlns="" id="{F91C5482-F6D3-704E-97F6-49D2D48A5585}"/>
              </a:ext>
            </a:extLst>
          </p:cNvPr>
          <p:cNvSpPr txBox="1">
            <a:spLocks/>
          </p:cNvSpPr>
          <p:nvPr/>
        </p:nvSpPr>
        <p:spPr>
          <a:xfrm>
            <a:off x="3388370" y="3510839"/>
            <a:ext cx="2340300" cy="47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it-IT" dirty="0"/>
              <a:t>&lt;#disciplina#&gt;</a:t>
            </a:r>
          </a:p>
        </p:txBody>
      </p:sp>
      <p:sp>
        <p:nvSpPr>
          <p:cNvPr id="80" name="Sottotitolo 6">
            <a:extLst>
              <a:ext uri="{FF2B5EF4-FFF2-40B4-BE49-F238E27FC236}">
                <a16:creationId xmlns:a16="http://schemas.microsoft.com/office/drawing/2014/main" xmlns="" id="{414E966F-D8AB-9546-A849-EF7BD864E601}"/>
              </a:ext>
            </a:extLst>
          </p:cNvPr>
          <p:cNvSpPr txBox="1">
            <a:spLocks/>
          </p:cNvSpPr>
          <p:nvPr/>
        </p:nvSpPr>
        <p:spPr>
          <a:xfrm>
            <a:off x="6563974" y="3295163"/>
            <a:ext cx="1184132" cy="47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ctr"/>
            <a:r>
              <a:rPr lang="it-IT" dirty="0"/>
              <a:t>&lt;#</a:t>
            </a:r>
            <a:r>
              <a:rPr lang="it-IT" dirty="0" err="1"/>
              <a:t>numero_bes</a:t>
            </a:r>
            <a:r>
              <a:rPr lang="it-IT" dirty="0"/>
              <a:t>#&gt; </a:t>
            </a:r>
          </a:p>
        </p:txBody>
      </p:sp>
      <p:sp>
        <p:nvSpPr>
          <p:cNvPr id="81" name="Sottotitolo 6">
            <a:extLst>
              <a:ext uri="{FF2B5EF4-FFF2-40B4-BE49-F238E27FC236}">
                <a16:creationId xmlns:a16="http://schemas.microsoft.com/office/drawing/2014/main" xmlns="" id="{0223B70B-DCC2-C04F-9948-4C92D6E2BAC3}"/>
              </a:ext>
            </a:extLst>
          </p:cNvPr>
          <p:cNvSpPr txBox="1">
            <a:spLocks/>
          </p:cNvSpPr>
          <p:nvPr/>
        </p:nvSpPr>
        <p:spPr>
          <a:xfrm>
            <a:off x="6184856" y="3273485"/>
            <a:ext cx="742032" cy="47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it-IT" b="1" dirty="0"/>
              <a:t>BES</a:t>
            </a:r>
            <a:r>
              <a:rPr lang="it-IT" dirty="0"/>
              <a:t>: 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xmlns="" id="{9B2832DF-9814-1B49-AC2A-C1D639DAAEE8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  <p:sp>
        <p:nvSpPr>
          <p:cNvPr id="21" name="Google Shape;1637;p41">
            <a:extLst>
              <a:ext uri="{FF2B5EF4-FFF2-40B4-BE49-F238E27FC236}">
                <a16:creationId xmlns:a16="http://schemas.microsoft.com/office/drawing/2014/main" xmlns="" id="{68466A1B-BBDB-2147-B519-B10C1E646563}"/>
              </a:ext>
            </a:extLst>
          </p:cNvPr>
          <p:cNvSpPr txBox="1">
            <a:spLocks/>
          </p:cNvSpPr>
          <p:nvPr/>
        </p:nvSpPr>
        <p:spPr>
          <a:xfrm>
            <a:off x="556228" y="3273439"/>
            <a:ext cx="1066973" cy="47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it-IT" b="1" dirty="0"/>
              <a:t>Indirizzo</a:t>
            </a:r>
            <a:r>
              <a:rPr lang="it-IT" dirty="0"/>
              <a:t>:</a:t>
            </a:r>
          </a:p>
          <a:p>
            <a:pPr marL="0" indent="0"/>
            <a:endParaRPr lang="it-IT" dirty="0"/>
          </a:p>
        </p:txBody>
      </p:sp>
      <p:sp>
        <p:nvSpPr>
          <p:cNvPr id="22" name="Google Shape;1637;p41">
            <a:extLst>
              <a:ext uri="{FF2B5EF4-FFF2-40B4-BE49-F238E27FC236}">
                <a16:creationId xmlns:a16="http://schemas.microsoft.com/office/drawing/2014/main" xmlns="" id="{64D9E0EF-DEAB-4741-B808-0B870BF29DBB}"/>
              </a:ext>
            </a:extLst>
          </p:cNvPr>
          <p:cNvSpPr txBox="1">
            <a:spLocks/>
          </p:cNvSpPr>
          <p:nvPr/>
        </p:nvSpPr>
        <p:spPr>
          <a:xfrm>
            <a:off x="556227" y="3535328"/>
            <a:ext cx="1723640" cy="47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it-IT" dirty="0"/>
              <a:t>&lt;#indirizzo#&gt;</a:t>
            </a:r>
          </a:p>
          <a:p>
            <a:pPr marL="0" indent="0"/>
            <a:endParaRPr lang="it-IT" dirty="0"/>
          </a:p>
          <a:p>
            <a:pPr marL="0" indent="0"/>
            <a:endParaRPr lang="it-IT" dirty="0"/>
          </a:p>
        </p:txBody>
      </p:sp>
      <p:sp>
        <p:nvSpPr>
          <p:cNvPr id="23" name="Google Shape;1637;p41">
            <a:extLst>
              <a:ext uri="{FF2B5EF4-FFF2-40B4-BE49-F238E27FC236}">
                <a16:creationId xmlns:a16="http://schemas.microsoft.com/office/drawing/2014/main" xmlns="" id="{6EA19109-FDED-0C44-B053-21FB38F10AC3}"/>
              </a:ext>
            </a:extLst>
          </p:cNvPr>
          <p:cNvSpPr txBox="1">
            <a:spLocks/>
          </p:cNvSpPr>
          <p:nvPr/>
        </p:nvSpPr>
        <p:spPr>
          <a:xfrm>
            <a:off x="3388370" y="2249638"/>
            <a:ext cx="1716997" cy="47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it-IT" b="1" dirty="0"/>
              <a:t>Articolazione</a:t>
            </a:r>
            <a:r>
              <a:rPr lang="it-IT" dirty="0"/>
              <a:t>:</a:t>
            </a:r>
          </a:p>
          <a:p>
            <a:pPr marL="0" indent="0"/>
            <a:endParaRPr lang="it-IT" dirty="0"/>
          </a:p>
        </p:txBody>
      </p:sp>
      <p:sp>
        <p:nvSpPr>
          <p:cNvPr id="24" name="Google Shape;1637;p41">
            <a:extLst>
              <a:ext uri="{FF2B5EF4-FFF2-40B4-BE49-F238E27FC236}">
                <a16:creationId xmlns:a16="http://schemas.microsoft.com/office/drawing/2014/main" xmlns="" id="{F7D0C4E5-2509-4142-AE1D-D3E8503EF26B}"/>
              </a:ext>
            </a:extLst>
          </p:cNvPr>
          <p:cNvSpPr txBox="1">
            <a:spLocks/>
          </p:cNvSpPr>
          <p:nvPr/>
        </p:nvSpPr>
        <p:spPr>
          <a:xfrm>
            <a:off x="3388370" y="3273439"/>
            <a:ext cx="1703517" cy="47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it-IT" b="1" dirty="0"/>
              <a:t>Disciplina</a:t>
            </a:r>
            <a:r>
              <a:rPr lang="it-IT" dirty="0"/>
              <a:t>:</a:t>
            </a:r>
          </a:p>
          <a:p>
            <a:pPr marL="0" indent="0"/>
            <a:endParaRPr lang="it-IT" dirty="0"/>
          </a:p>
        </p:txBody>
      </p:sp>
      <p:sp>
        <p:nvSpPr>
          <p:cNvPr id="25" name="Google Shape;11448;p79">
            <a:extLst>
              <a:ext uri="{FF2B5EF4-FFF2-40B4-BE49-F238E27FC236}">
                <a16:creationId xmlns:a16="http://schemas.microsoft.com/office/drawing/2014/main" xmlns="" id="{53FA65AE-0B2A-0246-BC75-1DDA272CA735}"/>
              </a:ext>
            </a:extLst>
          </p:cNvPr>
          <p:cNvSpPr/>
          <p:nvPr/>
        </p:nvSpPr>
        <p:spPr>
          <a:xfrm>
            <a:off x="3779058" y="1191590"/>
            <a:ext cx="913730" cy="732342"/>
          </a:xfrm>
          <a:custGeom>
            <a:avLst/>
            <a:gdLst/>
            <a:ahLst/>
            <a:cxnLst/>
            <a:rect l="l" t="t" r="r" b="b"/>
            <a:pathLst>
              <a:path w="11943" h="9734" extrusionOk="0">
                <a:moveTo>
                  <a:pt x="11585" y="2638"/>
                </a:moveTo>
                <a:lnTo>
                  <a:pt x="11585" y="3066"/>
                </a:lnTo>
                <a:lnTo>
                  <a:pt x="9121" y="4007"/>
                </a:lnTo>
                <a:lnTo>
                  <a:pt x="9121" y="3566"/>
                </a:lnTo>
                <a:lnTo>
                  <a:pt x="11585" y="2638"/>
                </a:lnTo>
                <a:close/>
                <a:moveTo>
                  <a:pt x="370" y="2638"/>
                </a:moveTo>
                <a:lnTo>
                  <a:pt x="5787" y="4697"/>
                </a:lnTo>
                <a:lnTo>
                  <a:pt x="5787" y="5138"/>
                </a:lnTo>
                <a:lnTo>
                  <a:pt x="370" y="3066"/>
                </a:lnTo>
                <a:lnTo>
                  <a:pt x="370" y="2638"/>
                </a:lnTo>
                <a:close/>
                <a:moveTo>
                  <a:pt x="8764" y="3709"/>
                </a:moveTo>
                <a:lnTo>
                  <a:pt x="8764" y="4138"/>
                </a:lnTo>
                <a:lnTo>
                  <a:pt x="6144" y="5138"/>
                </a:lnTo>
                <a:lnTo>
                  <a:pt x="6144" y="4697"/>
                </a:lnTo>
                <a:lnTo>
                  <a:pt x="8764" y="3709"/>
                </a:lnTo>
                <a:close/>
                <a:moveTo>
                  <a:pt x="9657" y="4162"/>
                </a:moveTo>
                <a:lnTo>
                  <a:pt x="9657" y="6745"/>
                </a:lnTo>
                <a:cubicBezTo>
                  <a:pt x="9478" y="6876"/>
                  <a:pt x="9299" y="6995"/>
                  <a:pt x="9121" y="7114"/>
                </a:cubicBezTo>
                <a:lnTo>
                  <a:pt x="9121" y="4376"/>
                </a:lnTo>
                <a:lnTo>
                  <a:pt x="9657" y="4162"/>
                </a:lnTo>
                <a:close/>
                <a:moveTo>
                  <a:pt x="8961" y="8757"/>
                </a:moveTo>
                <a:cubicBezTo>
                  <a:pt x="9131" y="8757"/>
                  <a:pt x="9264" y="8907"/>
                  <a:pt x="9264" y="9079"/>
                </a:cubicBezTo>
                <a:cubicBezTo>
                  <a:pt x="9264" y="9258"/>
                  <a:pt x="9109" y="9389"/>
                  <a:pt x="8942" y="9389"/>
                </a:cubicBezTo>
                <a:cubicBezTo>
                  <a:pt x="8764" y="9389"/>
                  <a:pt x="8633" y="9246"/>
                  <a:pt x="8633" y="9079"/>
                </a:cubicBezTo>
                <a:cubicBezTo>
                  <a:pt x="8633" y="8900"/>
                  <a:pt x="8787" y="8757"/>
                  <a:pt x="8942" y="8757"/>
                </a:cubicBezTo>
                <a:cubicBezTo>
                  <a:pt x="8949" y="8757"/>
                  <a:pt x="8955" y="8757"/>
                  <a:pt x="8961" y="8757"/>
                </a:cubicBezTo>
                <a:close/>
                <a:moveTo>
                  <a:pt x="5949" y="0"/>
                </a:moveTo>
                <a:cubicBezTo>
                  <a:pt x="5930" y="0"/>
                  <a:pt x="5912" y="6"/>
                  <a:pt x="5894" y="18"/>
                </a:cubicBezTo>
                <a:lnTo>
                  <a:pt x="120" y="2221"/>
                </a:lnTo>
                <a:cubicBezTo>
                  <a:pt x="48" y="2245"/>
                  <a:pt x="1" y="2304"/>
                  <a:pt x="1" y="2376"/>
                </a:cubicBezTo>
                <a:lnTo>
                  <a:pt x="1" y="3185"/>
                </a:lnTo>
                <a:cubicBezTo>
                  <a:pt x="1" y="3257"/>
                  <a:pt x="48" y="3316"/>
                  <a:pt x="120" y="3352"/>
                </a:cubicBezTo>
                <a:lnTo>
                  <a:pt x="1917" y="4031"/>
                </a:lnTo>
                <a:lnTo>
                  <a:pt x="1917" y="4638"/>
                </a:lnTo>
                <a:cubicBezTo>
                  <a:pt x="1917" y="4745"/>
                  <a:pt x="2001" y="4817"/>
                  <a:pt x="2096" y="4817"/>
                </a:cubicBezTo>
                <a:cubicBezTo>
                  <a:pt x="2203" y="4817"/>
                  <a:pt x="2275" y="4745"/>
                  <a:pt x="2275" y="4638"/>
                </a:cubicBezTo>
                <a:lnTo>
                  <a:pt x="2275" y="4186"/>
                </a:lnTo>
                <a:lnTo>
                  <a:pt x="5894" y="5567"/>
                </a:lnTo>
                <a:cubicBezTo>
                  <a:pt x="5906" y="5579"/>
                  <a:pt x="5942" y="5579"/>
                  <a:pt x="5954" y="5579"/>
                </a:cubicBezTo>
                <a:cubicBezTo>
                  <a:pt x="5966" y="5579"/>
                  <a:pt x="6001" y="5579"/>
                  <a:pt x="6013" y="5567"/>
                </a:cubicBezTo>
                <a:lnTo>
                  <a:pt x="8740" y="4519"/>
                </a:lnTo>
                <a:lnTo>
                  <a:pt x="8740" y="7317"/>
                </a:lnTo>
                <a:cubicBezTo>
                  <a:pt x="7871" y="7769"/>
                  <a:pt x="6918" y="8007"/>
                  <a:pt x="5942" y="8007"/>
                </a:cubicBezTo>
                <a:cubicBezTo>
                  <a:pt x="4620" y="8007"/>
                  <a:pt x="3310" y="7555"/>
                  <a:pt x="2263" y="6745"/>
                </a:cubicBezTo>
                <a:lnTo>
                  <a:pt x="2263" y="5352"/>
                </a:lnTo>
                <a:cubicBezTo>
                  <a:pt x="2263" y="5257"/>
                  <a:pt x="2191" y="5174"/>
                  <a:pt x="2084" y="5174"/>
                </a:cubicBezTo>
                <a:cubicBezTo>
                  <a:pt x="1977" y="5174"/>
                  <a:pt x="1906" y="5257"/>
                  <a:pt x="1906" y="5352"/>
                </a:cubicBezTo>
                <a:lnTo>
                  <a:pt x="1906" y="6817"/>
                </a:lnTo>
                <a:cubicBezTo>
                  <a:pt x="1906" y="6876"/>
                  <a:pt x="1941" y="6924"/>
                  <a:pt x="1965" y="6948"/>
                </a:cubicBezTo>
                <a:cubicBezTo>
                  <a:pt x="3084" y="7841"/>
                  <a:pt x="4501" y="8353"/>
                  <a:pt x="5942" y="8353"/>
                </a:cubicBezTo>
                <a:cubicBezTo>
                  <a:pt x="6906" y="8353"/>
                  <a:pt x="7859" y="8126"/>
                  <a:pt x="8740" y="7698"/>
                </a:cubicBezTo>
                <a:lnTo>
                  <a:pt x="8740" y="8412"/>
                </a:lnTo>
                <a:cubicBezTo>
                  <a:pt x="8454" y="8484"/>
                  <a:pt x="8252" y="8746"/>
                  <a:pt x="8252" y="9067"/>
                </a:cubicBezTo>
                <a:cubicBezTo>
                  <a:pt x="8252" y="9436"/>
                  <a:pt x="8549" y="9734"/>
                  <a:pt x="8918" y="9734"/>
                </a:cubicBezTo>
                <a:cubicBezTo>
                  <a:pt x="9287" y="9734"/>
                  <a:pt x="9585" y="9436"/>
                  <a:pt x="9585" y="9067"/>
                </a:cubicBezTo>
                <a:cubicBezTo>
                  <a:pt x="9585" y="8746"/>
                  <a:pt x="9383" y="8496"/>
                  <a:pt x="9097" y="8412"/>
                </a:cubicBezTo>
                <a:lnTo>
                  <a:pt x="9097" y="7495"/>
                </a:lnTo>
                <a:cubicBezTo>
                  <a:pt x="9383" y="7341"/>
                  <a:pt x="9657" y="7138"/>
                  <a:pt x="9918" y="6936"/>
                </a:cubicBezTo>
                <a:cubicBezTo>
                  <a:pt x="9954" y="6900"/>
                  <a:pt x="9978" y="6841"/>
                  <a:pt x="9978" y="6805"/>
                </a:cubicBezTo>
                <a:lnTo>
                  <a:pt x="9978" y="4019"/>
                </a:lnTo>
                <a:lnTo>
                  <a:pt x="11776" y="3328"/>
                </a:lnTo>
                <a:cubicBezTo>
                  <a:pt x="11847" y="3304"/>
                  <a:pt x="11895" y="3245"/>
                  <a:pt x="11895" y="3173"/>
                </a:cubicBezTo>
                <a:lnTo>
                  <a:pt x="11895" y="2364"/>
                </a:lnTo>
                <a:cubicBezTo>
                  <a:pt x="11943" y="2304"/>
                  <a:pt x="11895" y="2245"/>
                  <a:pt x="11823" y="2221"/>
                </a:cubicBezTo>
                <a:lnTo>
                  <a:pt x="8049" y="792"/>
                </a:lnTo>
                <a:cubicBezTo>
                  <a:pt x="8030" y="784"/>
                  <a:pt x="8010" y="780"/>
                  <a:pt x="7989" y="780"/>
                </a:cubicBezTo>
                <a:cubicBezTo>
                  <a:pt x="7921" y="780"/>
                  <a:pt x="7853" y="823"/>
                  <a:pt x="7835" y="887"/>
                </a:cubicBezTo>
                <a:cubicBezTo>
                  <a:pt x="7799" y="983"/>
                  <a:pt x="7847" y="1090"/>
                  <a:pt x="7930" y="1114"/>
                </a:cubicBezTo>
                <a:lnTo>
                  <a:pt x="11264" y="2376"/>
                </a:lnTo>
                <a:lnTo>
                  <a:pt x="8966" y="3257"/>
                </a:lnTo>
                <a:lnTo>
                  <a:pt x="6061" y="1947"/>
                </a:lnTo>
                <a:cubicBezTo>
                  <a:pt x="6035" y="1934"/>
                  <a:pt x="6010" y="1928"/>
                  <a:pt x="5985" y="1928"/>
                </a:cubicBezTo>
                <a:cubicBezTo>
                  <a:pt x="5918" y="1928"/>
                  <a:pt x="5858" y="1973"/>
                  <a:pt x="5823" y="2042"/>
                </a:cubicBezTo>
                <a:cubicBezTo>
                  <a:pt x="5775" y="2126"/>
                  <a:pt x="5823" y="2233"/>
                  <a:pt x="5906" y="2281"/>
                </a:cubicBezTo>
                <a:lnTo>
                  <a:pt x="8490" y="3435"/>
                </a:lnTo>
                <a:lnTo>
                  <a:pt x="5966" y="4388"/>
                </a:lnTo>
                <a:lnTo>
                  <a:pt x="691" y="2376"/>
                </a:lnTo>
                <a:lnTo>
                  <a:pt x="5966" y="376"/>
                </a:lnTo>
                <a:lnTo>
                  <a:pt x="7263" y="864"/>
                </a:lnTo>
                <a:cubicBezTo>
                  <a:pt x="7282" y="868"/>
                  <a:pt x="7301" y="871"/>
                  <a:pt x="7320" y="871"/>
                </a:cubicBezTo>
                <a:cubicBezTo>
                  <a:pt x="7394" y="871"/>
                  <a:pt x="7461" y="833"/>
                  <a:pt x="7490" y="757"/>
                </a:cubicBezTo>
                <a:cubicBezTo>
                  <a:pt x="7513" y="673"/>
                  <a:pt x="7478" y="566"/>
                  <a:pt x="7382" y="530"/>
                </a:cubicBezTo>
                <a:lnTo>
                  <a:pt x="6013" y="18"/>
                </a:lnTo>
                <a:cubicBezTo>
                  <a:pt x="5989" y="6"/>
                  <a:pt x="5969" y="0"/>
                  <a:pt x="5949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1637;p41">
            <a:extLst>
              <a:ext uri="{FF2B5EF4-FFF2-40B4-BE49-F238E27FC236}">
                <a16:creationId xmlns:a16="http://schemas.microsoft.com/office/drawing/2014/main" xmlns="" id="{1EC0C9C0-CAC6-BA42-B74A-275B205BB039}"/>
              </a:ext>
            </a:extLst>
          </p:cNvPr>
          <p:cNvSpPr txBox="1">
            <a:spLocks/>
          </p:cNvSpPr>
          <p:nvPr/>
        </p:nvSpPr>
        <p:spPr>
          <a:xfrm>
            <a:off x="6309263" y="2249638"/>
            <a:ext cx="1716997" cy="47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it-IT" b="1" dirty="0"/>
              <a:t>Classe</a:t>
            </a:r>
            <a:r>
              <a:rPr lang="it-IT" dirty="0"/>
              <a:t>:</a:t>
            </a:r>
          </a:p>
          <a:p>
            <a:pPr marL="0" indent="0"/>
            <a:endParaRPr lang="it-IT" dirty="0"/>
          </a:p>
        </p:txBody>
      </p:sp>
      <p:sp>
        <p:nvSpPr>
          <p:cNvPr id="27" name="Google Shape;1636;p41">
            <a:extLst>
              <a:ext uri="{FF2B5EF4-FFF2-40B4-BE49-F238E27FC236}">
                <a16:creationId xmlns:a16="http://schemas.microsoft.com/office/drawing/2014/main" xmlns="" id="{F261B2C4-77E4-4244-A52C-57CFBA354AD0}"/>
              </a:ext>
            </a:extLst>
          </p:cNvPr>
          <p:cNvSpPr txBox="1">
            <a:spLocks/>
          </p:cNvSpPr>
          <p:nvPr/>
        </p:nvSpPr>
        <p:spPr>
          <a:xfrm>
            <a:off x="6979288" y="2249638"/>
            <a:ext cx="1315719" cy="47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it-IT" dirty="0"/>
              <a:t>&lt;#grado#&gt;</a:t>
            </a:r>
          </a:p>
        </p:txBody>
      </p:sp>
      <p:sp>
        <p:nvSpPr>
          <p:cNvPr id="29" name="Sottotitolo 6">
            <a:extLst>
              <a:ext uri="{FF2B5EF4-FFF2-40B4-BE49-F238E27FC236}">
                <a16:creationId xmlns:a16="http://schemas.microsoft.com/office/drawing/2014/main" xmlns="" id="{91747A41-FB61-AF43-B355-50F1FED615C8}"/>
              </a:ext>
            </a:extLst>
          </p:cNvPr>
          <p:cNvSpPr txBox="1">
            <a:spLocks/>
          </p:cNvSpPr>
          <p:nvPr/>
        </p:nvSpPr>
        <p:spPr>
          <a:xfrm>
            <a:off x="7385354" y="3283348"/>
            <a:ext cx="1084738" cy="47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it-IT" dirty="0"/>
              <a:t>alunni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8" name="Google Shape;2218;p5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Prerequisiti</a:t>
            </a:r>
            <a:endParaRPr dirty="0"/>
          </a:p>
        </p:txBody>
      </p:sp>
      <p:sp>
        <p:nvSpPr>
          <p:cNvPr id="2221" name="Google Shape;2221;p58"/>
          <p:cNvSpPr txBox="1">
            <a:spLocks noGrp="1"/>
          </p:cNvSpPr>
          <p:nvPr>
            <p:ph type="subTitle" idx="3"/>
          </p:nvPr>
        </p:nvSpPr>
        <p:spPr>
          <a:xfrm>
            <a:off x="713225" y="1679400"/>
            <a:ext cx="77040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it-IT" dirty="0"/>
              <a:t>&lt;#</a:t>
            </a:r>
            <a:r>
              <a:rPr lang="it-IT" dirty="0" err="1"/>
              <a:t>prerequisiti.prerequisito</a:t>
            </a:r>
            <a:r>
              <a:rPr lang="it-IT" dirty="0"/>
              <a:t>#&gt;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xmlns="" id="{8AE246BD-8ADB-E341-85CB-AE3D890800D6}"/>
              </a:ext>
            </a:extLst>
          </p:cNvPr>
          <p:cNvSpPr txBox="1"/>
          <p:nvPr/>
        </p:nvSpPr>
        <p:spPr>
          <a:xfrm>
            <a:off x="2799612" y="4657141"/>
            <a:ext cx="45677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</p:spTree>
    <p:extLst>
      <p:ext uri="{BB962C8B-B14F-4D97-AF65-F5344CB8AC3E}">
        <p14:creationId xmlns:p14="http://schemas.microsoft.com/office/powerpoint/2010/main" xmlns="" val="1333658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Google Shape;2123;p5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Obiettivi</a:t>
            </a:r>
            <a:r>
              <a:rPr lang="en" dirty="0"/>
              <a:t> </a:t>
            </a:r>
            <a:r>
              <a:rPr lang="en" dirty="0" err="1"/>
              <a:t>formativi</a:t>
            </a:r>
            <a:endParaRPr dirty="0"/>
          </a:p>
        </p:txBody>
      </p:sp>
      <p:sp>
        <p:nvSpPr>
          <p:cNvPr id="2124" name="Google Shape;2124;p54"/>
          <p:cNvSpPr txBox="1"/>
          <p:nvPr/>
        </p:nvSpPr>
        <p:spPr>
          <a:xfrm>
            <a:off x="782975" y="1352913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&lt;#</a:t>
            </a:r>
            <a:r>
              <a:rPr lang="en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obiettivi_formativ</a:t>
            </a:r>
            <a:r>
              <a:rPr lang="it-IT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en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obiettivo</a:t>
            </a:r>
            <a:r>
              <a:rPr lang="en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#&gt;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xmlns="" id="{1E1E8E72-BBBA-8E4C-A7C4-D2E8A68D758F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</p:spTree>
    <p:extLst>
      <p:ext uri="{BB962C8B-B14F-4D97-AF65-F5344CB8AC3E}">
        <p14:creationId xmlns:p14="http://schemas.microsoft.com/office/powerpoint/2010/main" xmlns="" val="1864043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8" name="Google Shape;2218;p5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Obiettivi</a:t>
            </a:r>
            <a:r>
              <a:rPr lang="en" dirty="0"/>
              <a:t> di </a:t>
            </a:r>
            <a:r>
              <a:rPr lang="en" dirty="0" err="1"/>
              <a:t>apprendimento</a:t>
            </a:r>
            <a:endParaRPr dirty="0"/>
          </a:p>
        </p:txBody>
      </p:sp>
      <p:sp>
        <p:nvSpPr>
          <p:cNvPr id="2219" name="Google Shape;2219;p58"/>
          <p:cNvSpPr txBox="1">
            <a:spLocks noGrp="1"/>
          </p:cNvSpPr>
          <p:nvPr>
            <p:ph type="subTitle" idx="1"/>
          </p:nvPr>
        </p:nvSpPr>
        <p:spPr>
          <a:xfrm>
            <a:off x="435598" y="2041198"/>
            <a:ext cx="3844800" cy="26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&lt;#</a:t>
            </a:r>
            <a:r>
              <a:rPr lang="en" sz="1200" dirty="0" err="1"/>
              <a:t>abilita_capacita.abilita</a:t>
            </a:r>
            <a:r>
              <a:rPr lang="en" sz="1200" dirty="0"/>
              <a:t>()(0.47|2.23|4.2|2.86|4.2)#&gt;</a:t>
            </a:r>
            <a:endParaRPr sz="1200" b="1" dirty="0"/>
          </a:p>
        </p:txBody>
      </p:sp>
      <p:sp>
        <p:nvSpPr>
          <p:cNvPr id="2220" name="Google Shape;2220;p58"/>
          <p:cNvSpPr txBox="1">
            <a:spLocks noGrp="1"/>
          </p:cNvSpPr>
          <p:nvPr>
            <p:ph type="subTitle" idx="2"/>
          </p:nvPr>
        </p:nvSpPr>
        <p:spPr>
          <a:xfrm>
            <a:off x="4824000" y="2005525"/>
            <a:ext cx="3923423" cy="6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 sz="1200" dirty="0"/>
              <a:t>&lt;#</a:t>
            </a:r>
            <a:r>
              <a:rPr lang="en" sz="1200" dirty="0" err="1"/>
              <a:t>conoscenze.conoscenza</a:t>
            </a:r>
            <a:r>
              <a:rPr lang="en" sz="1200" dirty="0"/>
              <a:t>()(5.27|2.23|4.2|2.86|4.2)#&gt;</a:t>
            </a:r>
            <a:endParaRPr sz="1200" dirty="0"/>
          </a:p>
        </p:txBody>
      </p:sp>
      <p:sp>
        <p:nvSpPr>
          <p:cNvPr id="2221" name="Google Shape;2221;p58"/>
          <p:cNvSpPr txBox="1">
            <a:spLocks noGrp="1"/>
          </p:cNvSpPr>
          <p:nvPr>
            <p:ph type="subTitle" idx="3"/>
          </p:nvPr>
        </p:nvSpPr>
        <p:spPr>
          <a:xfrm>
            <a:off x="713225" y="1679400"/>
            <a:ext cx="2711293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Abilità</a:t>
            </a:r>
            <a:r>
              <a:rPr lang="en" dirty="0"/>
              <a:t>/</a:t>
            </a:r>
            <a:r>
              <a:rPr lang="en" dirty="0" err="1"/>
              <a:t>Capacità</a:t>
            </a:r>
            <a:endParaRPr dirty="0"/>
          </a:p>
        </p:txBody>
      </p:sp>
      <p:sp>
        <p:nvSpPr>
          <p:cNvPr id="2222" name="Google Shape;2222;p58"/>
          <p:cNvSpPr txBox="1">
            <a:spLocks noGrp="1"/>
          </p:cNvSpPr>
          <p:nvPr>
            <p:ph type="subTitle" idx="4"/>
          </p:nvPr>
        </p:nvSpPr>
        <p:spPr>
          <a:xfrm>
            <a:off x="5267296" y="1639225"/>
            <a:ext cx="1859646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Conoscenze</a:t>
            </a:r>
            <a:endParaRPr dirty="0"/>
          </a:p>
        </p:txBody>
      </p:sp>
      <p:sp>
        <p:nvSpPr>
          <p:cNvPr id="7" name="CasellaDiTesto 6">
            <a:extLst>
              <a:ext uri="{FF2B5EF4-FFF2-40B4-BE49-F238E27FC236}">
                <a16:creationId xmlns="" xmlns:a16="http://schemas.microsoft.com/office/drawing/2014/main" id="{3D9662A9-DD99-4C4E-BE96-73EA82F993D0}"/>
              </a:ext>
            </a:extLst>
          </p:cNvPr>
          <p:cNvSpPr txBox="1"/>
          <p:nvPr/>
        </p:nvSpPr>
        <p:spPr>
          <a:xfrm>
            <a:off x="2799612" y="4657141"/>
            <a:ext cx="45677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</p:spTree>
    <p:extLst>
      <p:ext uri="{BB962C8B-B14F-4D97-AF65-F5344CB8AC3E}">
        <p14:creationId xmlns="" xmlns:p14="http://schemas.microsoft.com/office/powerpoint/2010/main" val="852383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39"/>
          <p:cNvSpPr txBox="1">
            <a:spLocks noGrp="1"/>
          </p:cNvSpPr>
          <p:nvPr>
            <p:ph type="title"/>
          </p:nvPr>
        </p:nvSpPr>
        <p:spPr>
          <a:xfrm>
            <a:off x="530578" y="158675"/>
            <a:ext cx="777804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Competenze </a:t>
            </a:r>
            <a:r>
              <a:rPr lang="en" dirty="0" smtClean="0"/>
              <a:t>chiave per l’apprendimento permanente</a:t>
            </a:r>
            <a:endParaRPr dirty="0"/>
          </a:p>
        </p:txBody>
      </p:sp>
      <p:sp>
        <p:nvSpPr>
          <p:cNvPr id="1533" name="Google Shape;1533;p39"/>
          <p:cNvSpPr txBox="1">
            <a:spLocks noGrp="1"/>
          </p:cNvSpPr>
          <p:nvPr>
            <p:ph type="subTitle" idx="2"/>
          </p:nvPr>
        </p:nvSpPr>
        <p:spPr>
          <a:xfrm>
            <a:off x="719999" y="1786675"/>
            <a:ext cx="7043435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</a:t>
            </a:r>
            <a:r>
              <a:rPr lang="it-IT" dirty="0" err="1"/>
              <a:t>cittadinanze.competenze</a:t>
            </a:r>
            <a:r>
              <a:rPr lang="it-IT" dirty="0"/>
              <a:t>#&gt;</a:t>
            </a:r>
          </a:p>
        </p:txBody>
      </p:sp>
      <p:grpSp>
        <p:nvGrpSpPr>
          <p:cNvPr id="1534" name="Google Shape;1534;p39"/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5" name="Google Shape;1535;p39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6" name="Google Shape;1536;p39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39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8" name="Google Shape;1538;p39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9" name="Google Shape;1539;p3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40" name="Google Shape;1540;p3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1" name="Google Shape;1541;p3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8" name="CasellaDiTesto 17">
            <a:extLst>
              <a:ext uri="{FF2B5EF4-FFF2-40B4-BE49-F238E27FC236}">
                <a16:creationId xmlns:a16="http://schemas.microsoft.com/office/drawing/2014/main" xmlns="" id="{18C6FE95-5955-DE49-97E3-EBF2855EE305}"/>
              </a:ext>
            </a:extLst>
          </p:cNvPr>
          <p:cNvSpPr txBox="1"/>
          <p:nvPr/>
        </p:nvSpPr>
        <p:spPr>
          <a:xfrm>
            <a:off x="2799612" y="4657141"/>
            <a:ext cx="45677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</p:spTree>
    <p:extLst>
      <p:ext uri="{BB962C8B-B14F-4D97-AF65-F5344CB8AC3E}">
        <p14:creationId xmlns:p14="http://schemas.microsoft.com/office/powerpoint/2010/main" xmlns="" val="3248777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38"/>
          <p:cNvSpPr txBox="1">
            <a:spLocks noGrp="1"/>
          </p:cNvSpPr>
          <p:nvPr>
            <p:ph type="title" idx="2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1486" name="Google Shape;1486;p38"/>
          <p:cNvGrpSpPr/>
          <p:nvPr/>
        </p:nvGrpSpPr>
        <p:grpSpPr>
          <a:xfrm>
            <a:off x="-377424" y="3367502"/>
            <a:ext cx="3922590" cy="2969900"/>
            <a:chOff x="-374387" y="3354325"/>
            <a:chExt cx="3922590" cy="2969900"/>
          </a:xfrm>
        </p:grpSpPr>
        <p:pic>
          <p:nvPicPr>
            <p:cNvPr id="1487" name="Google Shape;1487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8" name="Google Shape;1488;p38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89" name="Google Shape;1489;p3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3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92" name="Google Shape;1492;p38"/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720015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&lt;#</a:t>
            </a:r>
            <a:r>
              <a:rPr lang="en" dirty="0" err="1"/>
              <a:t>titolo_lezione</a:t>
            </a:r>
            <a:r>
              <a:rPr lang="en" dirty="0"/>
              <a:t>#&gt;</a:t>
            </a:r>
            <a:endParaRPr dirty="0"/>
          </a:p>
        </p:txBody>
      </p:sp>
      <p:grpSp>
        <p:nvGrpSpPr>
          <p:cNvPr id="1493" name="Google Shape;1493;p38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494" name="Google Shape;1494;p38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8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9" name="Google Shape;1499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00" name="Google Shape;1500;p38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501" name="Google Shape;1501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8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09" name="Google Shape;1509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6" name="Google Shape;1516;p38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17" name="Google Shape;1517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9" name="Google Shape;1519;p38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20" name="Google Shape;1520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2" name="Google Shape;1522;p38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3" name="Google Shape;1523;p38"/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1524" name="Google Shape;1524;p3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25" name="Google Shape;1525;p3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6" name="Google Shape;1526;p3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CasellaDiTesto 45">
            <a:extLst>
              <a:ext uri="{FF2B5EF4-FFF2-40B4-BE49-F238E27FC236}">
                <a16:creationId xmlns:a16="http://schemas.microsoft.com/office/drawing/2014/main" xmlns="" id="{B4BE4160-CD52-FE40-864F-FD9DC8AC5FFF}"/>
              </a:ext>
            </a:extLst>
          </p:cNvPr>
          <p:cNvSpPr txBox="1"/>
          <p:nvPr/>
        </p:nvSpPr>
        <p:spPr>
          <a:xfrm>
            <a:off x="2284285" y="4657141"/>
            <a:ext cx="50632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  <p:sp>
        <p:nvSpPr>
          <p:cNvPr id="1485" name="Google Shape;1485;p38"/>
          <p:cNvSpPr txBox="1">
            <a:spLocks noGrp="1"/>
          </p:cNvSpPr>
          <p:nvPr>
            <p:ph type="subTitle" idx="1"/>
          </p:nvPr>
        </p:nvSpPr>
        <p:spPr>
          <a:xfrm>
            <a:off x="720000" y="3252375"/>
            <a:ext cx="720015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err="1"/>
              <a:t>Fase</a:t>
            </a:r>
            <a:r>
              <a:rPr lang="en" sz="1800" dirty="0"/>
              <a:t> </a:t>
            </a:r>
            <a:r>
              <a:rPr lang="en" sz="1800" dirty="0" err="1"/>
              <a:t>esecutiva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xmlns="" val="2852296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Metodo</a:t>
            </a:r>
            <a:endParaRPr dirty="0"/>
          </a:p>
        </p:txBody>
      </p:sp>
      <p:sp>
        <p:nvSpPr>
          <p:cNvPr id="1669" name="Google Shape;1669;p42"/>
          <p:cNvSpPr txBox="1">
            <a:spLocks noGrp="1"/>
          </p:cNvSpPr>
          <p:nvPr>
            <p:ph type="subTitle" idx="1"/>
          </p:nvPr>
        </p:nvSpPr>
        <p:spPr>
          <a:xfrm>
            <a:off x="440267" y="2044510"/>
            <a:ext cx="300284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&lt;#</a:t>
            </a:r>
            <a:r>
              <a:rPr lang="en" sz="1100" dirty="0" err="1"/>
              <a:t>metodologie.metodologie</a:t>
            </a:r>
            <a:r>
              <a:rPr lang="en" sz="1100" dirty="0"/>
              <a:t>#&gt;</a:t>
            </a:r>
            <a:endParaRPr sz="1100" dirty="0"/>
          </a:p>
        </p:txBody>
      </p:sp>
      <p:sp>
        <p:nvSpPr>
          <p:cNvPr id="1670" name="Google Shape;1670;p42"/>
          <p:cNvSpPr txBox="1">
            <a:spLocks noGrp="1"/>
          </p:cNvSpPr>
          <p:nvPr>
            <p:ph type="subTitle" idx="2"/>
          </p:nvPr>
        </p:nvSpPr>
        <p:spPr>
          <a:xfrm>
            <a:off x="4149064" y="2102385"/>
            <a:ext cx="444148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&lt;#</a:t>
            </a:r>
            <a:r>
              <a:rPr lang="en" sz="1100" dirty="0" err="1"/>
              <a:t>strumenti.strumento</a:t>
            </a:r>
            <a:r>
              <a:rPr lang="en" sz="1100" dirty="0"/>
              <a:t>#&gt;</a:t>
            </a:r>
            <a:endParaRPr sz="1100" dirty="0"/>
          </a:p>
        </p:txBody>
      </p:sp>
      <p:sp>
        <p:nvSpPr>
          <p:cNvPr id="1672" name="Google Shape;1672;p42"/>
          <p:cNvSpPr txBox="1">
            <a:spLocks noGrp="1"/>
          </p:cNvSpPr>
          <p:nvPr>
            <p:ph type="subTitle" idx="4"/>
          </p:nvPr>
        </p:nvSpPr>
        <p:spPr>
          <a:xfrm>
            <a:off x="863550" y="2044510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Metodologie</a:t>
            </a: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3" name="Google Shape;1673;p42"/>
          <p:cNvSpPr txBox="1">
            <a:spLocks noGrp="1"/>
          </p:cNvSpPr>
          <p:nvPr>
            <p:ph type="subTitle" idx="5"/>
          </p:nvPr>
        </p:nvSpPr>
        <p:spPr>
          <a:xfrm>
            <a:off x="4310552" y="1642210"/>
            <a:ext cx="3236782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Sussidiari</a:t>
            </a:r>
            <a:r>
              <a:rPr lang="en" dirty="0"/>
              <a:t> </a:t>
            </a:r>
            <a:r>
              <a:rPr lang="en" dirty="0" err="1"/>
              <a:t>didattici</a:t>
            </a:r>
            <a:endParaRPr dirty="0"/>
          </a:p>
        </p:txBody>
      </p:sp>
      <p:grpSp>
        <p:nvGrpSpPr>
          <p:cNvPr id="1674" name="Google Shape;1674;p42"/>
          <p:cNvGrpSpPr/>
          <p:nvPr/>
        </p:nvGrpSpPr>
        <p:grpSpPr>
          <a:xfrm>
            <a:off x="1606346" y="1175582"/>
            <a:ext cx="341227" cy="302177"/>
            <a:chOff x="713167" y="740543"/>
            <a:chExt cx="476707" cy="422153"/>
          </a:xfrm>
        </p:grpSpPr>
        <p:sp>
          <p:nvSpPr>
            <p:cNvPr id="1675" name="Google Shape;1675;p42"/>
            <p:cNvSpPr/>
            <p:nvPr/>
          </p:nvSpPr>
          <p:spPr>
            <a:xfrm>
              <a:off x="713167" y="740543"/>
              <a:ext cx="476707" cy="422153"/>
            </a:xfrm>
            <a:custGeom>
              <a:avLst/>
              <a:gdLst/>
              <a:ahLst/>
              <a:cxnLst/>
              <a:rect l="l" t="t" r="r" b="b"/>
              <a:pathLst>
                <a:path w="12583" h="11143" extrusionOk="0">
                  <a:moveTo>
                    <a:pt x="3671" y="1967"/>
                  </a:moveTo>
                  <a:lnTo>
                    <a:pt x="3671" y="4501"/>
                  </a:lnTo>
                  <a:cubicBezTo>
                    <a:pt x="3671" y="4596"/>
                    <a:pt x="3740" y="4681"/>
                    <a:pt x="3835" y="4691"/>
                  </a:cubicBezTo>
                  <a:cubicBezTo>
                    <a:pt x="3840" y="4691"/>
                    <a:pt x="3846" y="4691"/>
                    <a:pt x="3851" y="4691"/>
                  </a:cubicBezTo>
                  <a:cubicBezTo>
                    <a:pt x="3951" y="4691"/>
                    <a:pt x="4032" y="4609"/>
                    <a:pt x="4032" y="4507"/>
                  </a:cubicBezTo>
                  <a:lnTo>
                    <a:pt x="4032" y="1968"/>
                  </a:lnTo>
                  <a:lnTo>
                    <a:pt x="12223" y="1968"/>
                  </a:lnTo>
                  <a:lnTo>
                    <a:pt x="12223" y="10529"/>
                  </a:lnTo>
                  <a:lnTo>
                    <a:pt x="12222" y="10529"/>
                  </a:lnTo>
                  <a:cubicBezTo>
                    <a:pt x="12222" y="10667"/>
                    <a:pt x="12109" y="10780"/>
                    <a:pt x="11971" y="10780"/>
                  </a:cubicBezTo>
                  <a:lnTo>
                    <a:pt x="4030" y="10780"/>
                  </a:lnTo>
                  <a:lnTo>
                    <a:pt x="4030" y="5342"/>
                  </a:lnTo>
                  <a:cubicBezTo>
                    <a:pt x="4030" y="5254"/>
                    <a:pt x="3973" y="5174"/>
                    <a:pt x="3886" y="5157"/>
                  </a:cubicBezTo>
                  <a:cubicBezTo>
                    <a:pt x="3873" y="5154"/>
                    <a:pt x="3861" y="5153"/>
                    <a:pt x="3849" y="5153"/>
                  </a:cubicBezTo>
                  <a:cubicBezTo>
                    <a:pt x="3750" y="5153"/>
                    <a:pt x="3670" y="5236"/>
                    <a:pt x="3670" y="5337"/>
                  </a:cubicBezTo>
                  <a:lnTo>
                    <a:pt x="3670" y="10780"/>
                  </a:lnTo>
                  <a:lnTo>
                    <a:pt x="614" y="10780"/>
                  </a:lnTo>
                  <a:cubicBezTo>
                    <a:pt x="475" y="10780"/>
                    <a:pt x="362" y="10667"/>
                    <a:pt x="362" y="10529"/>
                  </a:cubicBezTo>
                  <a:lnTo>
                    <a:pt x="362" y="1967"/>
                  </a:lnTo>
                  <a:close/>
                  <a:moveTo>
                    <a:pt x="8476" y="1"/>
                  </a:moveTo>
                  <a:cubicBezTo>
                    <a:pt x="8476" y="1"/>
                    <a:pt x="8475" y="1"/>
                    <a:pt x="8474" y="1"/>
                  </a:cubicBezTo>
                  <a:lnTo>
                    <a:pt x="637" y="1"/>
                  </a:lnTo>
                  <a:cubicBezTo>
                    <a:pt x="295" y="1"/>
                    <a:pt x="16" y="278"/>
                    <a:pt x="0" y="622"/>
                  </a:cubicBezTo>
                  <a:lnTo>
                    <a:pt x="33" y="10521"/>
                  </a:lnTo>
                  <a:cubicBezTo>
                    <a:pt x="33" y="10865"/>
                    <a:pt x="310" y="11142"/>
                    <a:pt x="654" y="11142"/>
                  </a:cubicBezTo>
                  <a:lnTo>
                    <a:pt x="11961" y="11142"/>
                  </a:lnTo>
                  <a:cubicBezTo>
                    <a:pt x="12305" y="11142"/>
                    <a:pt x="12582" y="10865"/>
                    <a:pt x="12582" y="10521"/>
                  </a:cubicBezTo>
                  <a:lnTo>
                    <a:pt x="12582" y="623"/>
                  </a:lnTo>
                  <a:cubicBezTo>
                    <a:pt x="12582" y="278"/>
                    <a:pt x="12305" y="1"/>
                    <a:pt x="11964" y="1"/>
                  </a:cubicBezTo>
                  <a:lnTo>
                    <a:pt x="9348" y="1"/>
                  </a:lnTo>
                  <a:cubicBezTo>
                    <a:pt x="9253" y="1"/>
                    <a:pt x="9168" y="71"/>
                    <a:pt x="9159" y="165"/>
                  </a:cubicBezTo>
                  <a:cubicBezTo>
                    <a:pt x="9150" y="272"/>
                    <a:pt x="9234" y="361"/>
                    <a:pt x="9339" y="361"/>
                  </a:cubicBezTo>
                  <a:lnTo>
                    <a:pt x="11969" y="361"/>
                  </a:lnTo>
                  <a:cubicBezTo>
                    <a:pt x="12108" y="361"/>
                    <a:pt x="12221" y="474"/>
                    <a:pt x="12221" y="612"/>
                  </a:cubicBezTo>
                  <a:lnTo>
                    <a:pt x="12221" y="1574"/>
                  </a:lnTo>
                  <a:lnTo>
                    <a:pt x="360" y="1571"/>
                  </a:lnTo>
                  <a:lnTo>
                    <a:pt x="360" y="612"/>
                  </a:lnTo>
                  <a:cubicBezTo>
                    <a:pt x="360" y="474"/>
                    <a:pt x="472" y="361"/>
                    <a:pt x="611" y="361"/>
                  </a:cubicBezTo>
                  <a:lnTo>
                    <a:pt x="8474" y="361"/>
                  </a:lnTo>
                  <a:cubicBezTo>
                    <a:pt x="8474" y="361"/>
                    <a:pt x="8660" y="287"/>
                    <a:pt x="8660" y="184"/>
                  </a:cubicBezTo>
                  <a:cubicBezTo>
                    <a:pt x="8660" y="83"/>
                    <a:pt x="8578" y="1"/>
                    <a:pt x="84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42"/>
            <p:cNvSpPr/>
            <p:nvPr/>
          </p:nvSpPr>
          <p:spPr>
            <a:xfrm>
              <a:off x="756621" y="834914"/>
              <a:ext cx="37468" cy="13676"/>
            </a:xfrm>
            <a:custGeom>
              <a:avLst/>
              <a:gdLst/>
              <a:ahLst/>
              <a:cxnLst/>
              <a:rect l="l" t="t" r="r" b="b"/>
              <a:pathLst>
                <a:path w="989" h="361" extrusionOk="0">
                  <a:moveTo>
                    <a:pt x="198" y="0"/>
                  </a:moveTo>
                  <a:cubicBezTo>
                    <a:pt x="103" y="0"/>
                    <a:pt x="17" y="69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791" y="361"/>
                  </a:lnTo>
                  <a:cubicBezTo>
                    <a:pt x="886" y="361"/>
                    <a:pt x="972" y="290"/>
                    <a:pt x="979" y="196"/>
                  </a:cubicBezTo>
                  <a:cubicBezTo>
                    <a:pt x="989" y="89"/>
                    <a:pt x="905" y="0"/>
                    <a:pt x="8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42"/>
            <p:cNvSpPr/>
            <p:nvPr/>
          </p:nvSpPr>
          <p:spPr>
            <a:xfrm>
              <a:off x="756583" y="869617"/>
              <a:ext cx="37506" cy="13714"/>
            </a:xfrm>
            <a:custGeom>
              <a:avLst/>
              <a:gdLst/>
              <a:ahLst/>
              <a:cxnLst/>
              <a:rect l="l" t="t" r="r" b="b"/>
              <a:pathLst>
                <a:path w="990" h="362" extrusionOk="0">
                  <a:moveTo>
                    <a:pt x="198" y="1"/>
                  </a:moveTo>
                  <a:cubicBezTo>
                    <a:pt x="102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792" y="361"/>
                  </a:lnTo>
                  <a:cubicBezTo>
                    <a:pt x="887" y="361"/>
                    <a:pt x="973" y="291"/>
                    <a:pt x="980" y="197"/>
                  </a:cubicBezTo>
                  <a:cubicBezTo>
                    <a:pt x="990" y="91"/>
                    <a:pt x="906" y="1"/>
                    <a:pt x="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42"/>
            <p:cNvSpPr/>
            <p:nvPr/>
          </p:nvSpPr>
          <p:spPr>
            <a:xfrm>
              <a:off x="756583" y="904395"/>
              <a:ext cx="37506" cy="13676"/>
            </a:xfrm>
            <a:custGeom>
              <a:avLst/>
              <a:gdLst/>
              <a:ahLst/>
              <a:cxnLst/>
              <a:rect l="l" t="t" r="r" b="b"/>
              <a:pathLst>
                <a:path w="990" h="361" extrusionOk="0">
                  <a:moveTo>
                    <a:pt x="198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792" y="360"/>
                  </a:lnTo>
                  <a:cubicBezTo>
                    <a:pt x="887" y="360"/>
                    <a:pt x="973" y="290"/>
                    <a:pt x="980" y="196"/>
                  </a:cubicBezTo>
                  <a:cubicBezTo>
                    <a:pt x="990" y="90"/>
                    <a:pt x="906" y="0"/>
                    <a:pt x="8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42"/>
            <p:cNvSpPr/>
            <p:nvPr/>
          </p:nvSpPr>
          <p:spPr>
            <a:xfrm>
              <a:off x="756621" y="939136"/>
              <a:ext cx="37468" cy="13676"/>
            </a:xfrm>
            <a:custGeom>
              <a:avLst/>
              <a:gdLst/>
              <a:ahLst/>
              <a:cxnLst/>
              <a:rect l="l" t="t" r="r" b="b"/>
              <a:pathLst>
                <a:path w="989" h="361" extrusionOk="0">
                  <a:moveTo>
                    <a:pt x="198" y="1"/>
                  </a:moveTo>
                  <a:cubicBezTo>
                    <a:pt x="103" y="1"/>
                    <a:pt x="17" y="71"/>
                    <a:pt x="10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791" y="361"/>
                  </a:lnTo>
                  <a:cubicBezTo>
                    <a:pt x="886" y="361"/>
                    <a:pt x="972" y="292"/>
                    <a:pt x="979" y="198"/>
                  </a:cubicBezTo>
                  <a:cubicBezTo>
                    <a:pt x="989" y="90"/>
                    <a:pt x="905" y="1"/>
                    <a:pt x="8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42"/>
            <p:cNvSpPr/>
            <p:nvPr/>
          </p:nvSpPr>
          <p:spPr>
            <a:xfrm>
              <a:off x="756583" y="975164"/>
              <a:ext cx="37506" cy="13676"/>
            </a:xfrm>
            <a:custGeom>
              <a:avLst/>
              <a:gdLst/>
              <a:ahLst/>
              <a:cxnLst/>
              <a:rect l="l" t="t" r="r" b="b"/>
              <a:pathLst>
                <a:path w="990" h="361" extrusionOk="0">
                  <a:moveTo>
                    <a:pt x="198" y="1"/>
                  </a:moveTo>
                  <a:cubicBezTo>
                    <a:pt x="102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792" y="361"/>
                  </a:lnTo>
                  <a:cubicBezTo>
                    <a:pt x="887" y="361"/>
                    <a:pt x="973" y="291"/>
                    <a:pt x="980" y="195"/>
                  </a:cubicBezTo>
                  <a:cubicBezTo>
                    <a:pt x="990" y="90"/>
                    <a:pt x="906" y="1"/>
                    <a:pt x="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42"/>
            <p:cNvSpPr/>
            <p:nvPr/>
          </p:nvSpPr>
          <p:spPr>
            <a:xfrm>
              <a:off x="756621" y="1009905"/>
              <a:ext cx="37468" cy="13676"/>
            </a:xfrm>
            <a:custGeom>
              <a:avLst/>
              <a:gdLst/>
              <a:ahLst/>
              <a:cxnLst/>
              <a:rect l="l" t="t" r="r" b="b"/>
              <a:pathLst>
                <a:path w="989" h="361" extrusionOk="0">
                  <a:moveTo>
                    <a:pt x="198" y="0"/>
                  </a:moveTo>
                  <a:cubicBezTo>
                    <a:pt x="103" y="0"/>
                    <a:pt x="17" y="69"/>
                    <a:pt x="10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791" y="360"/>
                  </a:lnTo>
                  <a:cubicBezTo>
                    <a:pt x="886" y="360"/>
                    <a:pt x="972" y="290"/>
                    <a:pt x="979" y="196"/>
                  </a:cubicBezTo>
                  <a:cubicBezTo>
                    <a:pt x="989" y="90"/>
                    <a:pt x="905" y="0"/>
                    <a:pt x="8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42"/>
            <p:cNvSpPr/>
            <p:nvPr/>
          </p:nvSpPr>
          <p:spPr>
            <a:xfrm>
              <a:off x="756583" y="1044645"/>
              <a:ext cx="37506" cy="13714"/>
            </a:xfrm>
            <a:custGeom>
              <a:avLst/>
              <a:gdLst/>
              <a:ahLst/>
              <a:cxnLst/>
              <a:rect l="l" t="t" r="r" b="b"/>
              <a:pathLst>
                <a:path w="990" h="362" extrusionOk="0">
                  <a:moveTo>
                    <a:pt x="198" y="1"/>
                  </a:moveTo>
                  <a:cubicBezTo>
                    <a:pt x="102" y="1"/>
                    <a:pt x="17" y="70"/>
                    <a:pt x="10" y="166"/>
                  </a:cubicBezTo>
                  <a:cubicBezTo>
                    <a:pt x="0" y="273"/>
                    <a:pt x="84" y="362"/>
                    <a:pt x="189" y="362"/>
                  </a:cubicBezTo>
                  <a:lnTo>
                    <a:pt x="792" y="362"/>
                  </a:lnTo>
                  <a:cubicBezTo>
                    <a:pt x="887" y="362"/>
                    <a:pt x="973" y="293"/>
                    <a:pt x="980" y="199"/>
                  </a:cubicBezTo>
                  <a:cubicBezTo>
                    <a:pt x="990" y="91"/>
                    <a:pt x="906" y="1"/>
                    <a:pt x="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42"/>
            <p:cNvSpPr/>
            <p:nvPr/>
          </p:nvSpPr>
          <p:spPr>
            <a:xfrm>
              <a:off x="756621" y="1079424"/>
              <a:ext cx="37468" cy="13676"/>
            </a:xfrm>
            <a:custGeom>
              <a:avLst/>
              <a:gdLst/>
              <a:ahLst/>
              <a:cxnLst/>
              <a:rect l="l" t="t" r="r" b="b"/>
              <a:pathLst>
                <a:path w="989" h="361" extrusionOk="0">
                  <a:moveTo>
                    <a:pt x="198" y="0"/>
                  </a:moveTo>
                  <a:cubicBezTo>
                    <a:pt x="103" y="0"/>
                    <a:pt x="17" y="70"/>
                    <a:pt x="10" y="165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791" y="360"/>
                  </a:lnTo>
                  <a:cubicBezTo>
                    <a:pt x="886" y="360"/>
                    <a:pt x="972" y="291"/>
                    <a:pt x="979" y="197"/>
                  </a:cubicBezTo>
                  <a:cubicBezTo>
                    <a:pt x="989" y="89"/>
                    <a:pt x="905" y="0"/>
                    <a:pt x="8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42"/>
            <p:cNvSpPr/>
            <p:nvPr/>
          </p:nvSpPr>
          <p:spPr>
            <a:xfrm>
              <a:off x="756621" y="1114202"/>
              <a:ext cx="37468" cy="13639"/>
            </a:xfrm>
            <a:custGeom>
              <a:avLst/>
              <a:gdLst/>
              <a:ahLst/>
              <a:cxnLst/>
              <a:rect l="l" t="t" r="r" b="b"/>
              <a:pathLst>
                <a:path w="989" h="360" extrusionOk="0">
                  <a:moveTo>
                    <a:pt x="198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791" y="360"/>
                  </a:lnTo>
                  <a:cubicBezTo>
                    <a:pt x="886" y="360"/>
                    <a:pt x="972" y="291"/>
                    <a:pt x="979" y="196"/>
                  </a:cubicBezTo>
                  <a:cubicBezTo>
                    <a:pt x="989" y="90"/>
                    <a:pt x="905" y="1"/>
                    <a:pt x="8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42"/>
            <p:cNvSpPr/>
            <p:nvPr/>
          </p:nvSpPr>
          <p:spPr>
            <a:xfrm>
              <a:off x="931309" y="834497"/>
              <a:ext cx="43681" cy="84029"/>
            </a:xfrm>
            <a:custGeom>
              <a:avLst/>
              <a:gdLst/>
              <a:ahLst/>
              <a:cxnLst/>
              <a:rect l="l" t="t" r="r" b="b"/>
              <a:pathLst>
                <a:path w="1153" h="2218" extrusionOk="0">
                  <a:moveTo>
                    <a:pt x="944" y="0"/>
                  </a:moveTo>
                  <a:cubicBezTo>
                    <a:pt x="870" y="0"/>
                    <a:pt x="800" y="45"/>
                    <a:pt x="772" y="117"/>
                  </a:cubicBezTo>
                  <a:lnTo>
                    <a:pt x="37" y="1965"/>
                  </a:lnTo>
                  <a:cubicBezTo>
                    <a:pt x="1" y="2059"/>
                    <a:pt x="46" y="2166"/>
                    <a:pt x="140" y="2204"/>
                  </a:cubicBezTo>
                  <a:cubicBezTo>
                    <a:pt x="163" y="2213"/>
                    <a:pt x="186" y="2217"/>
                    <a:pt x="208" y="2217"/>
                  </a:cubicBezTo>
                  <a:cubicBezTo>
                    <a:pt x="281" y="2217"/>
                    <a:pt x="352" y="2173"/>
                    <a:pt x="380" y="2101"/>
                  </a:cubicBezTo>
                  <a:lnTo>
                    <a:pt x="1114" y="253"/>
                  </a:lnTo>
                  <a:cubicBezTo>
                    <a:pt x="1153" y="159"/>
                    <a:pt x="1106" y="52"/>
                    <a:pt x="1011" y="13"/>
                  </a:cubicBezTo>
                  <a:cubicBezTo>
                    <a:pt x="989" y="5"/>
                    <a:pt x="966" y="0"/>
                    <a:pt x="9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42"/>
            <p:cNvSpPr/>
            <p:nvPr/>
          </p:nvSpPr>
          <p:spPr>
            <a:xfrm>
              <a:off x="985598" y="837869"/>
              <a:ext cx="34097" cy="77248"/>
            </a:xfrm>
            <a:custGeom>
              <a:avLst/>
              <a:gdLst/>
              <a:ahLst/>
              <a:cxnLst/>
              <a:rect l="l" t="t" r="r" b="b"/>
              <a:pathLst>
                <a:path w="900" h="2039" extrusionOk="0">
                  <a:moveTo>
                    <a:pt x="212" y="0"/>
                  </a:moveTo>
                  <a:cubicBezTo>
                    <a:pt x="180" y="0"/>
                    <a:pt x="147" y="9"/>
                    <a:pt x="118" y="27"/>
                  </a:cubicBezTo>
                  <a:cubicBezTo>
                    <a:pt x="30" y="79"/>
                    <a:pt x="3" y="193"/>
                    <a:pt x="55" y="279"/>
                  </a:cubicBezTo>
                  <a:lnTo>
                    <a:pt x="492" y="1004"/>
                  </a:lnTo>
                  <a:lnTo>
                    <a:pt x="53" y="1762"/>
                  </a:lnTo>
                  <a:cubicBezTo>
                    <a:pt x="0" y="1850"/>
                    <a:pt x="31" y="1964"/>
                    <a:pt x="119" y="2014"/>
                  </a:cubicBezTo>
                  <a:cubicBezTo>
                    <a:pt x="147" y="2032"/>
                    <a:pt x="181" y="2039"/>
                    <a:pt x="212" y="2039"/>
                  </a:cubicBezTo>
                  <a:cubicBezTo>
                    <a:pt x="276" y="2039"/>
                    <a:pt x="338" y="2007"/>
                    <a:pt x="371" y="1948"/>
                  </a:cubicBezTo>
                  <a:lnTo>
                    <a:pt x="865" y="1095"/>
                  </a:lnTo>
                  <a:cubicBezTo>
                    <a:pt x="899" y="1038"/>
                    <a:pt x="898" y="965"/>
                    <a:pt x="863" y="908"/>
                  </a:cubicBezTo>
                  <a:lnTo>
                    <a:pt x="370" y="90"/>
                  </a:lnTo>
                  <a:cubicBezTo>
                    <a:pt x="336" y="32"/>
                    <a:pt x="275" y="0"/>
                    <a:pt x="2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42"/>
            <p:cNvSpPr/>
            <p:nvPr/>
          </p:nvSpPr>
          <p:spPr>
            <a:xfrm>
              <a:off x="886605" y="837869"/>
              <a:ext cx="34021" cy="77248"/>
            </a:xfrm>
            <a:custGeom>
              <a:avLst/>
              <a:gdLst/>
              <a:ahLst/>
              <a:cxnLst/>
              <a:rect l="l" t="t" r="r" b="b"/>
              <a:pathLst>
                <a:path w="898" h="2039" extrusionOk="0">
                  <a:moveTo>
                    <a:pt x="687" y="0"/>
                  </a:moveTo>
                  <a:cubicBezTo>
                    <a:pt x="624" y="0"/>
                    <a:pt x="564" y="32"/>
                    <a:pt x="529" y="90"/>
                  </a:cubicBezTo>
                  <a:lnTo>
                    <a:pt x="36" y="908"/>
                  </a:lnTo>
                  <a:cubicBezTo>
                    <a:pt x="2" y="965"/>
                    <a:pt x="0" y="1038"/>
                    <a:pt x="35" y="1095"/>
                  </a:cubicBezTo>
                  <a:lnTo>
                    <a:pt x="528" y="1948"/>
                  </a:lnTo>
                  <a:cubicBezTo>
                    <a:pt x="563" y="2007"/>
                    <a:pt x="623" y="2039"/>
                    <a:pt x="688" y="2039"/>
                  </a:cubicBezTo>
                  <a:cubicBezTo>
                    <a:pt x="720" y="2039"/>
                    <a:pt x="751" y="2031"/>
                    <a:pt x="780" y="2014"/>
                  </a:cubicBezTo>
                  <a:cubicBezTo>
                    <a:pt x="868" y="1964"/>
                    <a:pt x="898" y="1850"/>
                    <a:pt x="847" y="1762"/>
                  </a:cubicBezTo>
                  <a:lnTo>
                    <a:pt x="408" y="1005"/>
                  </a:lnTo>
                  <a:lnTo>
                    <a:pt x="846" y="279"/>
                  </a:lnTo>
                  <a:cubicBezTo>
                    <a:pt x="898" y="191"/>
                    <a:pt x="870" y="79"/>
                    <a:pt x="783" y="27"/>
                  </a:cubicBezTo>
                  <a:cubicBezTo>
                    <a:pt x="753" y="9"/>
                    <a:pt x="719" y="0"/>
                    <a:pt x="6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42"/>
            <p:cNvSpPr/>
            <p:nvPr/>
          </p:nvSpPr>
          <p:spPr>
            <a:xfrm>
              <a:off x="886643" y="939136"/>
              <a:ext cx="173097" cy="13676"/>
            </a:xfrm>
            <a:custGeom>
              <a:avLst/>
              <a:gdLst/>
              <a:ahLst/>
              <a:cxnLst/>
              <a:rect l="l" t="t" r="r" b="b"/>
              <a:pathLst>
                <a:path w="4569" h="361" extrusionOk="0">
                  <a:moveTo>
                    <a:pt x="200" y="1"/>
                  </a:moveTo>
                  <a:cubicBezTo>
                    <a:pt x="104" y="1"/>
                    <a:pt x="19" y="71"/>
                    <a:pt x="10" y="165"/>
                  </a:cubicBezTo>
                  <a:cubicBezTo>
                    <a:pt x="0" y="272"/>
                    <a:pt x="87" y="361"/>
                    <a:pt x="193" y="361"/>
                  </a:cubicBezTo>
                  <a:lnTo>
                    <a:pt x="4370" y="361"/>
                  </a:lnTo>
                  <a:cubicBezTo>
                    <a:pt x="4465" y="361"/>
                    <a:pt x="4550" y="292"/>
                    <a:pt x="4559" y="198"/>
                  </a:cubicBezTo>
                  <a:cubicBezTo>
                    <a:pt x="4569" y="90"/>
                    <a:pt x="4484" y="1"/>
                    <a:pt x="43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42"/>
            <p:cNvSpPr/>
            <p:nvPr/>
          </p:nvSpPr>
          <p:spPr>
            <a:xfrm>
              <a:off x="887135" y="975126"/>
              <a:ext cx="44629" cy="13714"/>
            </a:xfrm>
            <a:custGeom>
              <a:avLst/>
              <a:gdLst/>
              <a:ahLst/>
              <a:cxnLst/>
              <a:rect l="l" t="t" r="r" b="b"/>
              <a:pathLst>
                <a:path w="1178" h="362" extrusionOk="0">
                  <a:moveTo>
                    <a:pt x="199" y="1"/>
                  </a:moveTo>
                  <a:cubicBezTo>
                    <a:pt x="104" y="1"/>
                    <a:pt x="18" y="70"/>
                    <a:pt x="10" y="164"/>
                  </a:cubicBezTo>
                  <a:cubicBezTo>
                    <a:pt x="1" y="273"/>
                    <a:pt x="85" y="362"/>
                    <a:pt x="190" y="362"/>
                  </a:cubicBezTo>
                  <a:lnTo>
                    <a:pt x="979" y="362"/>
                  </a:lnTo>
                  <a:cubicBezTo>
                    <a:pt x="1075" y="362"/>
                    <a:pt x="1159" y="292"/>
                    <a:pt x="1168" y="196"/>
                  </a:cubicBezTo>
                  <a:cubicBezTo>
                    <a:pt x="1177" y="90"/>
                    <a:pt x="1093" y="1"/>
                    <a:pt x="9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42"/>
            <p:cNvSpPr/>
            <p:nvPr/>
          </p:nvSpPr>
          <p:spPr>
            <a:xfrm>
              <a:off x="954608" y="975164"/>
              <a:ext cx="44591" cy="13676"/>
            </a:xfrm>
            <a:custGeom>
              <a:avLst/>
              <a:gdLst/>
              <a:ahLst/>
              <a:cxnLst/>
              <a:rect l="l" t="t" r="r" b="b"/>
              <a:pathLst>
                <a:path w="1177" h="361" extrusionOk="0">
                  <a:moveTo>
                    <a:pt x="198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979" y="361"/>
                  </a:lnTo>
                  <a:cubicBezTo>
                    <a:pt x="1074" y="361"/>
                    <a:pt x="1159" y="291"/>
                    <a:pt x="1167" y="195"/>
                  </a:cubicBezTo>
                  <a:cubicBezTo>
                    <a:pt x="1177" y="90"/>
                    <a:pt x="1093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42"/>
            <p:cNvSpPr/>
            <p:nvPr/>
          </p:nvSpPr>
          <p:spPr>
            <a:xfrm>
              <a:off x="999199" y="1009943"/>
              <a:ext cx="44553" cy="13676"/>
            </a:xfrm>
            <a:custGeom>
              <a:avLst/>
              <a:gdLst/>
              <a:ahLst/>
              <a:cxnLst/>
              <a:rect l="l" t="t" r="r" b="b"/>
              <a:pathLst>
                <a:path w="1176" h="361" extrusionOk="0">
                  <a:moveTo>
                    <a:pt x="199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1" y="270"/>
                    <a:pt x="84" y="360"/>
                    <a:pt x="189" y="360"/>
                  </a:cubicBezTo>
                  <a:lnTo>
                    <a:pt x="979" y="360"/>
                  </a:lnTo>
                  <a:cubicBezTo>
                    <a:pt x="1074" y="360"/>
                    <a:pt x="1159" y="290"/>
                    <a:pt x="1167" y="197"/>
                  </a:cubicBezTo>
                  <a:cubicBezTo>
                    <a:pt x="1176" y="89"/>
                    <a:pt x="1092" y="0"/>
                    <a:pt x="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42"/>
            <p:cNvSpPr/>
            <p:nvPr/>
          </p:nvSpPr>
          <p:spPr>
            <a:xfrm>
              <a:off x="999199" y="1079424"/>
              <a:ext cx="44553" cy="13676"/>
            </a:xfrm>
            <a:custGeom>
              <a:avLst/>
              <a:gdLst/>
              <a:ahLst/>
              <a:cxnLst/>
              <a:rect l="l" t="t" r="r" b="b"/>
              <a:pathLst>
                <a:path w="1176" h="361" extrusionOk="0">
                  <a:moveTo>
                    <a:pt x="199" y="0"/>
                  </a:moveTo>
                  <a:cubicBezTo>
                    <a:pt x="102" y="0"/>
                    <a:pt x="17" y="70"/>
                    <a:pt x="10" y="165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979" y="360"/>
                  </a:lnTo>
                  <a:cubicBezTo>
                    <a:pt x="1074" y="360"/>
                    <a:pt x="1159" y="291"/>
                    <a:pt x="1167" y="197"/>
                  </a:cubicBezTo>
                  <a:cubicBezTo>
                    <a:pt x="1176" y="89"/>
                    <a:pt x="1092" y="0"/>
                    <a:pt x="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42"/>
            <p:cNvSpPr/>
            <p:nvPr/>
          </p:nvSpPr>
          <p:spPr>
            <a:xfrm>
              <a:off x="887741" y="1114202"/>
              <a:ext cx="95432" cy="13639"/>
            </a:xfrm>
            <a:custGeom>
              <a:avLst/>
              <a:gdLst/>
              <a:ahLst/>
              <a:cxnLst/>
              <a:rect l="l" t="t" r="r" b="b"/>
              <a:pathLst>
                <a:path w="2519" h="360" extrusionOk="0">
                  <a:moveTo>
                    <a:pt x="199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2321" y="360"/>
                  </a:lnTo>
                  <a:cubicBezTo>
                    <a:pt x="2416" y="360"/>
                    <a:pt x="2502" y="291"/>
                    <a:pt x="2509" y="196"/>
                  </a:cubicBezTo>
                  <a:cubicBezTo>
                    <a:pt x="2519" y="90"/>
                    <a:pt x="2435" y="1"/>
                    <a:pt x="23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42"/>
            <p:cNvSpPr/>
            <p:nvPr/>
          </p:nvSpPr>
          <p:spPr>
            <a:xfrm>
              <a:off x="887741" y="1009943"/>
              <a:ext cx="95394" cy="13676"/>
            </a:xfrm>
            <a:custGeom>
              <a:avLst/>
              <a:gdLst/>
              <a:ahLst/>
              <a:cxnLst/>
              <a:rect l="l" t="t" r="r" b="b"/>
              <a:pathLst>
                <a:path w="2518" h="361" extrusionOk="0">
                  <a:moveTo>
                    <a:pt x="199" y="0"/>
                  </a:moveTo>
                  <a:cubicBezTo>
                    <a:pt x="103" y="0"/>
                    <a:pt x="17" y="69"/>
                    <a:pt x="10" y="164"/>
                  </a:cubicBezTo>
                  <a:cubicBezTo>
                    <a:pt x="1" y="270"/>
                    <a:pt x="84" y="360"/>
                    <a:pt x="189" y="360"/>
                  </a:cubicBezTo>
                  <a:lnTo>
                    <a:pt x="2320" y="360"/>
                  </a:lnTo>
                  <a:cubicBezTo>
                    <a:pt x="2415" y="360"/>
                    <a:pt x="2500" y="290"/>
                    <a:pt x="2508" y="197"/>
                  </a:cubicBezTo>
                  <a:cubicBezTo>
                    <a:pt x="2517" y="89"/>
                    <a:pt x="2433" y="0"/>
                    <a:pt x="23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42"/>
            <p:cNvSpPr/>
            <p:nvPr/>
          </p:nvSpPr>
          <p:spPr>
            <a:xfrm>
              <a:off x="1059777" y="1009943"/>
              <a:ext cx="95432" cy="13676"/>
            </a:xfrm>
            <a:custGeom>
              <a:avLst/>
              <a:gdLst/>
              <a:ahLst/>
              <a:cxnLst/>
              <a:rect l="l" t="t" r="r" b="b"/>
              <a:pathLst>
                <a:path w="2519" h="361" extrusionOk="0">
                  <a:moveTo>
                    <a:pt x="200" y="0"/>
                  </a:moveTo>
                  <a:cubicBezTo>
                    <a:pt x="105" y="0"/>
                    <a:pt x="20" y="69"/>
                    <a:pt x="11" y="164"/>
                  </a:cubicBezTo>
                  <a:cubicBezTo>
                    <a:pt x="1" y="270"/>
                    <a:pt x="87" y="360"/>
                    <a:pt x="192" y="360"/>
                  </a:cubicBezTo>
                  <a:lnTo>
                    <a:pt x="2321" y="360"/>
                  </a:lnTo>
                  <a:cubicBezTo>
                    <a:pt x="2416" y="360"/>
                    <a:pt x="2502" y="290"/>
                    <a:pt x="2509" y="197"/>
                  </a:cubicBezTo>
                  <a:cubicBezTo>
                    <a:pt x="2519" y="89"/>
                    <a:pt x="2435" y="0"/>
                    <a:pt x="23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42"/>
            <p:cNvSpPr/>
            <p:nvPr/>
          </p:nvSpPr>
          <p:spPr>
            <a:xfrm>
              <a:off x="886984" y="1044645"/>
              <a:ext cx="32695" cy="13714"/>
            </a:xfrm>
            <a:custGeom>
              <a:avLst/>
              <a:gdLst/>
              <a:ahLst/>
              <a:cxnLst/>
              <a:rect l="l" t="t" r="r" b="b"/>
              <a:pathLst>
                <a:path w="863" h="362" extrusionOk="0">
                  <a:moveTo>
                    <a:pt x="202" y="1"/>
                  </a:moveTo>
                  <a:cubicBezTo>
                    <a:pt x="106" y="1"/>
                    <a:pt x="21" y="70"/>
                    <a:pt x="13" y="164"/>
                  </a:cubicBezTo>
                  <a:cubicBezTo>
                    <a:pt x="1" y="272"/>
                    <a:pt x="85" y="362"/>
                    <a:pt x="191" y="362"/>
                  </a:cubicBezTo>
                  <a:lnTo>
                    <a:pt x="665" y="362"/>
                  </a:lnTo>
                  <a:cubicBezTo>
                    <a:pt x="760" y="362"/>
                    <a:pt x="846" y="293"/>
                    <a:pt x="853" y="197"/>
                  </a:cubicBezTo>
                  <a:cubicBezTo>
                    <a:pt x="863" y="90"/>
                    <a:pt x="779" y="1"/>
                    <a:pt x="6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42"/>
            <p:cNvSpPr/>
            <p:nvPr/>
          </p:nvSpPr>
          <p:spPr>
            <a:xfrm>
              <a:off x="935325" y="1044645"/>
              <a:ext cx="161996" cy="13714"/>
            </a:xfrm>
            <a:custGeom>
              <a:avLst/>
              <a:gdLst/>
              <a:ahLst/>
              <a:cxnLst/>
              <a:rect l="l" t="t" r="r" b="b"/>
              <a:pathLst>
                <a:path w="4276" h="362" extrusionOk="0">
                  <a:moveTo>
                    <a:pt x="198" y="1"/>
                  </a:moveTo>
                  <a:cubicBezTo>
                    <a:pt x="102" y="1"/>
                    <a:pt x="17" y="70"/>
                    <a:pt x="10" y="166"/>
                  </a:cubicBezTo>
                  <a:cubicBezTo>
                    <a:pt x="0" y="273"/>
                    <a:pt x="84" y="362"/>
                    <a:pt x="189" y="362"/>
                  </a:cubicBezTo>
                  <a:lnTo>
                    <a:pt x="4077" y="362"/>
                  </a:lnTo>
                  <a:cubicBezTo>
                    <a:pt x="4173" y="362"/>
                    <a:pt x="4258" y="293"/>
                    <a:pt x="4265" y="199"/>
                  </a:cubicBezTo>
                  <a:cubicBezTo>
                    <a:pt x="4276" y="91"/>
                    <a:pt x="4191" y="1"/>
                    <a:pt x="40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42"/>
            <p:cNvSpPr/>
            <p:nvPr/>
          </p:nvSpPr>
          <p:spPr>
            <a:xfrm>
              <a:off x="887741" y="1079424"/>
              <a:ext cx="95394" cy="13676"/>
            </a:xfrm>
            <a:custGeom>
              <a:avLst/>
              <a:gdLst/>
              <a:ahLst/>
              <a:cxnLst/>
              <a:rect l="l" t="t" r="r" b="b"/>
              <a:pathLst>
                <a:path w="2518" h="361" extrusionOk="0">
                  <a:moveTo>
                    <a:pt x="199" y="0"/>
                  </a:moveTo>
                  <a:cubicBezTo>
                    <a:pt x="103" y="0"/>
                    <a:pt x="17" y="70"/>
                    <a:pt x="10" y="165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2320" y="360"/>
                  </a:lnTo>
                  <a:cubicBezTo>
                    <a:pt x="2415" y="360"/>
                    <a:pt x="2500" y="291"/>
                    <a:pt x="2508" y="197"/>
                  </a:cubicBezTo>
                  <a:cubicBezTo>
                    <a:pt x="2517" y="89"/>
                    <a:pt x="2433" y="0"/>
                    <a:pt x="23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99" name="Google Shape;1699;p42"/>
          <p:cNvGrpSpPr/>
          <p:nvPr/>
        </p:nvGrpSpPr>
        <p:grpSpPr>
          <a:xfrm>
            <a:off x="5197836" y="1201704"/>
            <a:ext cx="341661" cy="290896"/>
            <a:chOff x="2335403" y="748460"/>
            <a:chExt cx="477313" cy="406392"/>
          </a:xfrm>
        </p:grpSpPr>
        <p:sp>
          <p:nvSpPr>
            <p:cNvPr id="1700" name="Google Shape;1700;p42"/>
            <p:cNvSpPr/>
            <p:nvPr/>
          </p:nvSpPr>
          <p:spPr>
            <a:xfrm>
              <a:off x="2419697" y="928793"/>
              <a:ext cx="35044" cy="13676"/>
            </a:xfrm>
            <a:custGeom>
              <a:avLst/>
              <a:gdLst/>
              <a:ahLst/>
              <a:cxnLst/>
              <a:rect l="l" t="t" r="r" b="b"/>
              <a:pathLst>
                <a:path w="925" h="361" extrusionOk="0">
                  <a:moveTo>
                    <a:pt x="199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728" y="361"/>
                  </a:lnTo>
                  <a:cubicBezTo>
                    <a:pt x="823" y="361"/>
                    <a:pt x="908" y="291"/>
                    <a:pt x="916" y="197"/>
                  </a:cubicBezTo>
                  <a:cubicBezTo>
                    <a:pt x="924" y="89"/>
                    <a:pt x="841" y="0"/>
                    <a:pt x="7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42"/>
            <p:cNvSpPr/>
            <p:nvPr/>
          </p:nvSpPr>
          <p:spPr>
            <a:xfrm>
              <a:off x="2466106" y="928793"/>
              <a:ext cx="51713" cy="13676"/>
            </a:xfrm>
            <a:custGeom>
              <a:avLst/>
              <a:gdLst/>
              <a:ahLst/>
              <a:cxnLst/>
              <a:rect l="l" t="t" r="r" b="b"/>
              <a:pathLst>
                <a:path w="1365" h="361" extrusionOk="0">
                  <a:moveTo>
                    <a:pt x="197" y="0"/>
                  </a:moveTo>
                  <a:cubicBezTo>
                    <a:pt x="102" y="0"/>
                    <a:pt x="17" y="69"/>
                    <a:pt x="8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166" y="361"/>
                  </a:lnTo>
                  <a:cubicBezTo>
                    <a:pt x="1262" y="361"/>
                    <a:pt x="1347" y="291"/>
                    <a:pt x="1354" y="197"/>
                  </a:cubicBezTo>
                  <a:cubicBezTo>
                    <a:pt x="1365" y="89"/>
                    <a:pt x="1281" y="0"/>
                    <a:pt x="11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42"/>
            <p:cNvSpPr/>
            <p:nvPr/>
          </p:nvSpPr>
          <p:spPr>
            <a:xfrm>
              <a:off x="2420152" y="900266"/>
              <a:ext cx="80354" cy="13676"/>
            </a:xfrm>
            <a:custGeom>
              <a:avLst/>
              <a:gdLst/>
              <a:ahLst/>
              <a:cxnLst/>
              <a:rect l="l" t="t" r="r" b="b"/>
              <a:pathLst>
                <a:path w="2121" h="361" extrusionOk="0">
                  <a:moveTo>
                    <a:pt x="198" y="0"/>
                  </a:moveTo>
                  <a:cubicBezTo>
                    <a:pt x="103" y="0"/>
                    <a:pt x="17" y="70"/>
                    <a:pt x="10" y="165"/>
                  </a:cubicBezTo>
                  <a:cubicBezTo>
                    <a:pt x="0" y="270"/>
                    <a:pt x="84" y="361"/>
                    <a:pt x="189" y="361"/>
                  </a:cubicBezTo>
                  <a:lnTo>
                    <a:pt x="1922" y="361"/>
                  </a:lnTo>
                  <a:cubicBezTo>
                    <a:pt x="2017" y="361"/>
                    <a:pt x="2103" y="291"/>
                    <a:pt x="2111" y="197"/>
                  </a:cubicBezTo>
                  <a:cubicBezTo>
                    <a:pt x="2120" y="89"/>
                    <a:pt x="2036" y="0"/>
                    <a:pt x="19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42"/>
            <p:cNvSpPr/>
            <p:nvPr/>
          </p:nvSpPr>
          <p:spPr>
            <a:xfrm>
              <a:off x="2419659" y="871700"/>
              <a:ext cx="35044" cy="13676"/>
            </a:xfrm>
            <a:custGeom>
              <a:avLst/>
              <a:gdLst/>
              <a:ahLst/>
              <a:cxnLst/>
              <a:rect l="l" t="t" r="r" b="b"/>
              <a:pathLst>
                <a:path w="925" h="361" extrusionOk="0">
                  <a:moveTo>
                    <a:pt x="198" y="0"/>
                  </a:moveTo>
                  <a:cubicBezTo>
                    <a:pt x="102" y="0"/>
                    <a:pt x="17" y="70"/>
                    <a:pt x="9" y="165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726" y="360"/>
                  </a:lnTo>
                  <a:cubicBezTo>
                    <a:pt x="823" y="360"/>
                    <a:pt x="908" y="291"/>
                    <a:pt x="915" y="197"/>
                  </a:cubicBezTo>
                  <a:cubicBezTo>
                    <a:pt x="924" y="89"/>
                    <a:pt x="841" y="0"/>
                    <a:pt x="7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42"/>
            <p:cNvSpPr/>
            <p:nvPr/>
          </p:nvSpPr>
          <p:spPr>
            <a:xfrm>
              <a:off x="2466485" y="871700"/>
              <a:ext cx="84597" cy="13676"/>
            </a:xfrm>
            <a:custGeom>
              <a:avLst/>
              <a:gdLst/>
              <a:ahLst/>
              <a:cxnLst/>
              <a:rect l="l" t="t" r="r" b="b"/>
              <a:pathLst>
                <a:path w="2233" h="361" extrusionOk="0">
                  <a:moveTo>
                    <a:pt x="197" y="0"/>
                  </a:moveTo>
                  <a:cubicBezTo>
                    <a:pt x="102" y="0"/>
                    <a:pt x="17" y="70"/>
                    <a:pt x="9" y="165"/>
                  </a:cubicBezTo>
                  <a:cubicBezTo>
                    <a:pt x="1" y="271"/>
                    <a:pt x="83" y="360"/>
                    <a:pt x="188" y="360"/>
                  </a:cubicBezTo>
                  <a:lnTo>
                    <a:pt x="2035" y="360"/>
                  </a:lnTo>
                  <a:cubicBezTo>
                    <a:pt x="2130" y="360"/>
                    <a:pt x="2216" y="291"/>
                    <a:pt x="2223" y="197"/>
                  </a:cubicBezTo>
                  <a:cubicBezTo>
                    <a:pt x="2232" y="89"/>
                    <a:pt x="2149" y="0"/>
                    <a:pt x="20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42"/>
            <p:cNvSpPr/>
            <p:nvPr/>
          </p:nvSpPr>
          <p:spPr>
            <a:xfrm>
              <a:off x="2428714" y="978953"/>
              <a:ext cx="61828" cy="72171"/>
            </a:xfrm>
            <a:custGeom>
              <a:avLst/>
              <a:gdLst/>
              <a:ahLst/>
              <a:cxnLst/>
              <a:rect l="l" t="t" r="r" b="b"/>
              <a:pathLst>
                <a:path w="1632" h="1905" extrusionOk="0">
                  <a:moveTo>
                    <a:pt x="821" y="648"/>
                  </a:moveTo>
                  <a:lnTo>
                    <a:pt x="1015" y="1167"/>
                  </a:lnTo>
                  <a:lnTo>
                    <a:pt x="623" y="1167"/>
                  </a:lnTo>
                  <a:lnTo>
                    <a:pt x="821" y="648"/>
                  </a:lnTo>
                  <a:close/>
                  <a:moveTo>
                    <a:pt x="820" y="0"/>
                  </a:moveTo>
                  <a:cubicBezTo>
                    <a:pt x="730" y="0"/>
                    <a:pt x="650" y="54"/>
                    <a:pt x="616" y="136"/>
                  </a:cubicBezTo>
                  <a:cubicBezTo>
                    <a:pt x="616" y="137"/>
                    <a:pt x="615" y="138"/>
                    <a:pt x="615" y="141"/>
                  </a:cubicBezTo>
                  <a:lnTo>
                    <a:pt x="37" y="1655"/>
                  </a:lnTo>
                  <a:cubicBezTo>
                    <a:pt x="0" y="1757"/>
                    <a:pt x="60" y="1855"/>
                    <a:pt x="146" y="1891"/>
                  </a:cubicBezTo>
                  <a:cubicBezTo>
                    <a:pt x="166" y="1899"/>
                    <a:pt x="187" y="1903"/>
                    <a:pt x="208" y="1903"/>
                  </a:cubicBezTo>
                  <a:cubicBezTo>
                    <a:pt x="282" y="1903"/>
                    <a:pt x="357" y="1856"/>
                    <a:pt x="383" y="1786"/>
                  </a:cubicBezTo>
                  <a:lnTo>
                    <a:pt x="481" y="1528"/>
                  </a:lnTo>
                  <a:lnTo>
                    <a:pt x="1155" y="1528"/>
                  </a:lnTo>
                  <a:lnTo>
                    <a:pt x="1251" y="1786"/>
                  </a:lnTo>
                  <a:cubicBezTo>
                    <a:pt x="1279" y="1860"/>
                    <a:pt x="1349" y="1905"/>
                    <a:pt x="1423" y="1905"/>
                  </a:cubicBezTo>
                  <a:cubicBezTo>
                    <a:pt x="1444" y="1905"/>
                    <a:pt x="1466" y="1901"/>
                    <a:pt x="1488" y="1893"/>
                  </a:cubicBezTo>
                  <a:cubicBezTo>
                    <a:pt x="1584" y="1858"/>
                    <a:pt x="1631" y="1750"/>
                    <a:pt x="1596" y="1656"/>
                  </a:cubicBezTo>
                  <a:lnTo>
                    <a:pt x="1024" y="142"/>
                  </a:lnTo>
                  <a:cubicBezTo>
                    <a:pt x="1024" y="139"/>
                    <a:pt x="1022" y="137"/>
                    <a:pt x="1022" y="136"/>
                  </a:cubicBezTo>
                  <a:cubicBezTo>
                    <a:pt x="988" y="54"/>
                    <a:pt x="909" y="0"/>
                    <a:pt x="8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42"/>
            <p:cNvSpPr/>
            <p:nvPr/>
          </p:nvSpPr>
          <p:spPr>
            <a:xfrm>
              <a:off x="2492701" y="998388"/>
              <a:ext cx="48265" cy="52660"/>
            </a:xfrm>
            <a:custGeom>
              <a:avLst/>
              <a:gdLst/>
              <a:ahLst/>
              <a:cxnLst/>
              <a:rect l="l" t="t" r="r" b="b"/>
              <a:pathLst>
                <a:path w="1274" h="1390" extrusionOk="0">
                  <a:moveTo>
                    <a:pt x="654" y="430"/>
                  </a:moveTo>
                  <a:cubicBezTo>
                    <a:pt x="801" y="430"/>
                    <a:pt x="919" y="549"/>
                    <a:pt x="919" y="696"/>
                  </a:cubicBezTo>
                  <a:cubicBezTo>
                    <a:pt x="919" y="842"/>
                    <a:pt x="801" y="961"/>
                    <a:pt x="654" y="961"/>
                  </a:cubicBezTo>
                  <a:cubicBezTo>
                    <a:pt x="508" y="961"/>
                    <a:pt x="388" y="842"/>
                    <a:pt x="388" y="696"/>
                  </a:cubicBezTo>
                  <a:cubicBezTo>
                    <a:pt x="388" y="549"/>
                    <a:pt x="508" y="430"/>
                    <a:pt x="654" y="430"/>
                  </a:cubicBezTo>
                  <a:close/>
                  <a:moveTo>
                    <a:pt x="1089" y="1"/>
                  </a:moveTo>
                  <a:cubicBezTo>
                    <a:pt x="1008" y="1"/>
                    <a:pt x="941" y="52"/>
                    <a:pt x="916" y="123"/>
                  </a:cubicBezTo>
                  <a:cubicBezTo>
                    <a:pt x="832" y="83"/>
                    <a:pt x="736" y="59"/>
                    <a:pt x="635" y="59"/>
                  </a:cubicBezTo>
                  <a:cubicBezTo>
                    <a:pt x="623" y="59"/>
                    <a:pt x="611" y="59"/>
                    <a:pt x="599" y="60"/>
                  </a:cubicBezTo>
                  <a:cubicBezTo>
                    <a:pt x="267" y="81"/>
                    <a:pt x="1" y="366"/>
                    <a:pt x="5" y="699"/>
                  </a:cubicBezTo>
                  <a:cubicBezTo>
                    <a:pt x="7" y="1049"/>
                    <a:pt x="291" y="1331"/>
                    <a:pt x="640" y="1331"/>
                  </a:cubicBezTo>
                  <a:cubicBezTo>
                    <a:pt x="739" y="1331"/>
                    <a:pt x="831" y="1309"/>
                    <a:pt x="916" y="1267"/>
                  </a:cubicBezTo>
                  <a:cubicBezTo>
                    <a:pt x="941" y="1339"/>
                    <a:pt x="1009" y="1389"/>
                    <a:pt x="1088" y="1389"/>
                  </a:cubicBezTo>
                  <a:cubicBezTo>
                    <a:pt x="1101" y="1389"/>
                    <a:pt x="1114" y="1388"/>
                    <a:pt x="1128" y="1385"/>
                  </a:cubicBezTo>
                  <a:cubicBezTo>
                    <a:pt x="1214" y="1367"/>
                    <a:pt x="1273" y="1288"/>
                    <a:pt x="1273" y="1200"/>
                  </a:cubicBezTo>
                  <a:lnTo>
                    <a:pt x="1273" y="190"/>
                  </a:lnTo>
                  <a:cubicBezTo>
                    <a:pt x="1273" y="102"/>
                    <a:pt x="1214" y="22"/>
                    <a:pt x="1128" y="5"/>
                  </a:cubicBezTo>
                  <a:cubicBezTo>
                    <a:pt x="1115" y="2"/>
                    <a:pt x="1101" y="1"/>
                    <a:pt x="10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42"/>
            <p:cNvSpPr/>
            <p:nvPr/>
          </p:nvSpPr>
          <p:spPr>
            <a:xfrm>
              <a:off x="2597264" y="977437"/>
              <a:ext cx="36635" cy="75164"/>
            </a:xfrm>
            <a:custGeom>
              <a:avLst/>
              <a:gdLst/>
              <a:ahLst/>
              <a:cxnLst/>
              <a:rect l="l" t="t" r="r" b="b"/>
              <a:pathLst>
                <a:path w="967" h="1984" extrusionOk="0">
                  <a:moveTo>
                    <a:pt x="771" y="0"/>
                  </a:moveTo>
                  <a:cubicBezTo>
                    <a:pt x="467" y="0"/>
                    <a:pt x="217" y="223"/>
                    <a:pt x="217" y="497"/>
                  </a:cubicBezTo>
                  <a:lnTo>
                    <a:pt x="217" y="731"/>
                  </a:lnTo>
                  <a:cubicBezTo>
                    <a:pt x="205" y="788"/>
                    <a:pt x="181" y="807"/>
                    <a:pt x="142" y="820"/>
                  </a:cubicBezTo>
                  <a:cubicBezTo>
                    <a:pt x="83" y="841"/>
                    <a:pt x="35" y="890"/>
                    <a:pt x="23" y="950"/>
                  </a:cubicBezTo>
                  <a:cubicBezTo>
                    <a:pt x="1" y="1042"/>
                    <a:pt x="53" y="1134"/>
                    <a:pt x="139" y="1162"/>
                  </a:cubicBezTo>
                  <a:cubicBezTo>
                    <a:pt x="180" y="1177"/>
                    <a:pt x="205" y="1194"/>
                    <a:pt x="217" y="1252"/>
                  </a:cubicBezTo>
                  <a:lnTo>
                    <a:pt x="217" y="1487"/>
                  </a:lnTo>
                  <a:cubicBezTo>
                    <a:pt x="217" y="1758"/>
                    <a:pt x="462" y="1979"/>
                    <a:pt x="764" y="1983"/>
                  </a:cubicBezTo>
                  <a:cubicBezTo>
                    <a:pt x="765" y="1983"/>
                    <a:pt x="766" y="1983"/>
                    <a:pt x="766" y="1983"/>
                  </a:cubicBezTo>
                  <a:cubicBezTo>
                    <a:pt x="854" y="1983"/>
                    <a:pt x="934" y="1921"/>
                    <a:pt x="948" y="1833"/>
                  </a:cubicBezTo>
                  <a:cubicBezTo>
                    <a:pt x="966" y="1719"/>
                    <a:pt x="880" y="1623"/>
                    <a:pt x="770" y="1623"/>
                  </a:cubicBezTo>
                  <a:cubicBezTo>
                    <a:pt x="666" y="1623"/>
                    <a:pt x="578" y="1561"/>
                    <a:pt x="578" y="1487"/>
                  </a:cubicBezTo>
                  <a:lnTo>
                    <a:pt x="578" y="1235"/>
                  </a:lnTo>
                  <a:cubicBezTo>
                    <a:pt x="578" y="1225"/>
                    <a:pt x="577" y="1214"/>
                    <a:pt x="576" y="1204"/>
                  </a:cubicBezTo>
                  <a:cubicBezTo>
                    <a:pt x="560" y="1116"/>
                    <a:pt x="530" y="1047"/>
                    <a:pt x="490" y="992"/>
                  </a:cubicBezTo>
                  <a:cubicBezTo>
                    <a:pt x="530" y="937"/>
                    <a:pt x="560" y="868"/>
                    <a:pt x="576" y="780"/>
                  </a:cubicBezTo>
                  <a:cubicBezTo>
                    <a:pt x="577" y="769"/>
                    <a:pt x="578" y="759"/>
                    <a:pt x="578" y="748"/>
                  </a:cubicBezTo>
                  <a:lnTo>
                    <a:pt x="578" y="497"/>
                  </a:lnTo>
                  <a:cubicBezTo>
                    <a:pt x="578" y="425"/>
                    <a:pt x="661" y="365"/>
                    <a:pt x="764" y="361"/>
                  </a:cubicBezTo>
                  <a:cubicBezTo>
                    <a:pt x="859" y="359"/>
                    <a:pt x="944" y="287"/>
                    <a:pt x="951" y="192"/>
                  </a:cubicBezTo>
                  <a:cubicBezTo>
                    <a:pt x="958" y="87"/>
                    <a:pt x="875" y="0"/>
                    <a:pt x="7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42"/>
            <p:cNvSpPr/>
            <p:nvPr/>
          </p:nvSpPr>
          <p:spPr>
            <a:xfrm>
              <a:off x="2692507" y="977513"/>
              <a:ext cx="36673" cy="75126"/>
            </a:xfrm>
            <a:custGeom>
              <a:avLst/>
              <a:gdLst/>
              <a:ahLst/>
              <a:cxnLst/>
              <a:rect l="l" t="t" r="r" b="b"/>
              <a:pathLst>
                <a:path w="968" h="1983" extrusionOk="0">
                  <a:moveTo>
                    <a:pt x="200" y="0"/>
                  </a:moveTo>
                  <a:cubicBezTo>
                    <a:pt x="113" y="0"/>
                    <a:pt x="34" y="63"/>
                    <a:pt x="20" y="149"/>
                  </a:cubicBezTo>
                  <a:cubicBezTo>
                    <a:pt x="0" y="263"/>
                    <a:pt x="88" y="360"/>
                    <a:pt x="198" y="360"/>
                  </a:cubicBezTo>
                  <a:cubicBezTo>
                    <a:pt x="303" y="360"/>
                    <a:pt x="390" y="422"/>
                    <a:pt x="390" y="496"/>
                  </a:cubicBezTo>
                  <a:lnTo>
                    <a:pt x="390" y="749"/>
                  </a:lnTo>
                  <a:cubicBezTo>
                    <a:pt x="390" y="760"/>
                    <a:pt x="392" y="770"/>
                    <a:pt x="393" y="781"/>
                  </a:cubicBezTo>
                  <a:cubicBezTo>
                    <a:pt x="409" y="868"/>
                    <a:pt x="439" y="936"/>
                    <a:pt x="478" y="991"/>
                  </a:cubicBezTo>
                  <a:cubicBezTo>
                    <a:pt x="440" y="1045"/>
                    <a:pt x="409" y="1114"/>
                    <a:pt x="393" y="1202"/>
                  </a:cubicBezTo>
                  <a:cubicBezTo>
                    <a:pt x="390" y="1211"/>
                    <a:pt x="390" y="1222"/>
                    <a:pt x="390" y="1232"/>
                  </a:cubicBezTo>
                  <a:lnTo>
                    <a:pt x="390" y="1485"/>
                  </a:lnTo>
                  <a:cubicBezTo>
                    <a:pt x="390" y="1557"/>
                    <a:pt x="305" y="1618"/>
                    <a:pt x="204" y="1621"/>
                  </a:cubicBezTo>
                  <a:cubicBezTo>
                    <a:pt x="109" y="1623"/>
                    <a:pt x="23" y="1694"/>
                    <a:pt x="18" y="1789"/>
                  </a:cubicBezTo>
                  <a:cubicBezTo>
                    <a:pt x="12" y="1894"/>
                    <a:pt x="95" y="1982"/>
                    <a:pt x="198" y="1982"/>
                  </a:cubicBezTo>
                  <a:cubicBezTo>
                    <a:pt x="503" y="1982"/>
                    <a:pt x="751" y="1759"/>
                    <a:pt x="751" y="1486"/>
                  </a:cubicBezTo>
                  <a:lnTo>
                    <a:pt x="751" y="1251"/>
                  </a:lnTo>
                  <a:cubicBezTo>
                    <a:pt x="765" y="1196"/>
                    <a:pt x="788" y="1176"/>
                    <a:pt x="828" y="1162"/>
                  </a:cubicBezTo>
                  <a:cubicBezTo>
                    <a:pt x="886" y="1141"/>
                    <a:pt x="933" y="1093"/>
                    <a:pt x="947" y="1033"/>
                  </a:cubicBezTo>
                  <a:cubicBezTo>
                    <a:pt x="968" y="940"/>
                    <a:pt x="916" y="850"/>
                    <a:pt x="829" y="821"/>
                  </a:cubicBezTo>
                  <a:cubicBezTo>
                    <a:pt x="788" y="806"/>
                    <a:pt x="764" y="788"/>
                    <a:pt x="750" y="730"/>
                  </a:cubicBezTo>
                  <a:lnTo>
                    <a:pt x="750" y="496"/>
                  </a:lnTo>
                  <a:cubicBezTo>
                    <a:pt x="750" y="226"/>
                    <a:pt x="505" y="4"/>
                    <a:pt x="204" y="0"/>
                  </a:cubicBezTo>
                  <a:cubicBezTo>
                    <a:pt x="203" y="0"/>
                    <a:pt x="202" y="0"/>
                    <a:pt x="2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42"/>
            <p:cNvSpPr/>
            <p:nvPr/>
          </p:nvSpPr>
          <p:spPr>
            <a:xfrm>
              <a:off x="2643749" y="978536"/>
              <a:ext cx="39249" cy="72891"/>
            </a:xfrm>
            <a:custGeom>
              <a:avLst/>
              <a:gdLst/>
              <a:ahLst/>
              <a:cxnLst/>
              <a:rect l="l" t="t" r="r" b="b"/>
              <a:pathLst>
                <a:path w="1036" h="1924" extrusionOk="0">
                  <a:moveTo>
                    <a:pt x="826" y="0"/>
                  </a:moveTo>
                  <a:cubicBezTo>
                    <a:pt x="753" y="0"/>
                    <a:pt x="683" y="44"/>
                    <a:pt x="655" y="117"/>
                  </a:cubicBezTo>
                  <a:lnTo>
                    <a:pt x="37" y="1671"/>
                  </a:lnTo>
                  <a:cubicBezTo>
                    <a:pt x="0" y="1765"/>
                    <a:pt x="46" y="1872"/>
                    <a:pt x="140" y="1911"/>
                  </a:cubicBezTo>
                  <a:cubicBezTo>
                    <a:pt x="162" y="1919"/>
                    <a:pt x="186" y="1924"/>
                    <a:pt x="208" y="1924"/>
                  </a:cubicBezTo>
                  <a:cubicBezTo>
                    <a:pt x="282" y="1924"/>
                    <a:pt x="351" y="1880"/>
                    <a:pt x="380" y="1807"/>
                  </a:cubicBezTo>
                  <a:lnTo>
                    <a:pt x="998" y="253"/>
                  </a:lnTo>
                  <a:cubicBezTo>
                    <a:pt x="1036" y="159"/>
                    <a:pt x="990" y="52"/>
                    <a:pt x="894" y="13"/>
                  </a:cubicBezTo>
                  <a:cubicBezTo>
                    <a:pt x="872" y="4"/>
                    <a:pt x="849" y="0"/>
                    <a:pt x="8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42"/>
            <p:cNvSpPr/>
            <p:nvPr/>
          </p:nvSpPr>
          <p:spPr>
            <a:xfrm>
              <a:off x="2335403" y="748460"/>
              <a:ext cx="477313" cy="406392"/>
            </a:xfrm>
            <a:custGeom>
              <a:avLst/>
              <a:gdLst/>
              <a:ahLst/>
              <a:cxnLst/>
              <a:rect l="l" t="t" r="r" b="b"/>
              <a:pathLst>
                <a:path w="12599" h="10727" extrusionOk="0">
                  <a:moveTo>
                    <a:pt x="10849" y="378"/>
                  </a:moveTo>
                  <a:cubicBezTo>
                    <a:pt x="10913" y="378"/>
                    <a:pt x="10994" y="438"/>
                    <a:pt x="11079" y="499"/>
                  </a:cubicBezTo>
                  <a:cubicBezTo>
                    <a:pt x="11240" y="616"/>
                    <a:pt x="11385" y="675"/>
                    <a:pt x="11582" y="707"/>
                  </a:cubicBezTo>
                  <a:cubicBezTo>
                    <a:pt x="11680" y="723"/>
                    <a:pt x="11781" y="740"/>
                    <a:pt x="11823" y="781"/>
                  </a:cubicBezTo>
                  <a:cubicBezTo>
                    <a:pt x="11864" y="823"/>
                    <a:pt x="11882" y="925"/>
                    <a:pt x="11898" y="1022"/>
                  </a:cubicBezTo>
                  <a:cubicBezTo>
                    <a:pt x="11929" y="1211"/>
                    <a:pt x="11994" y="1371"/>
                    <a:pt x="12105" y="1525"/>
                  </a:cubicBezTo>
                  <a:cubicBezTo>
                    <a:pt x="12167" y="1611"/>
                    <a:pt x="12226" y="1692"/>
                    <a:pt x="12226" y="1755"/>
                  </a:cubicBezTo>
                  <a:cubicBezTo>
                    <a:pt x="12226" y="1820"/>
                    <a:pt x="12167" y="1901"/>
                    <a:pt x="12105" y="1986"/>
                  </a:cubicBezTo>
                  <a:cubicBezTo>
                    <a:pt x="11993" y="2142"/>
                    <a:pt x="11929" y="2300"/>
                    <a:pt x="11898" y="2489"/>
                  </a:cubicBezTo>
                  <a:cubicBezTo>
                    <a:pt x="11880" y="2587"/>
                    <a:pt x="11864" y="2688"/>
                    <a:pt x="11823" y="2730"/>
                  </a:cubicBezTo>
                  <a:cubicBezTo>
                    <a:pt x="11781" y="2771"/>
                    <a:pt x="11680" y="2789"/>
                    <a:pt x="11582" y="2805"/>
                  </a:cubicBezTo>
                  <a:cubicBezTo>
                    <a:pt x="11385" y="2837"/>
                    <a:pt x="11241" y="2895"/>
                    <a:pt x="11079" y="3012"/>
                  </a:cubicBezTo>
                  <a:cubicBezTo>
                    <a:pt x="10994" y="3074"/>
                    <a:pt x="10913" y="3133"/>
                    <a:pt x="10849" y="3133"/>
                  </a:cubicBezTo>
                  <a:cubicBezTo>
                    <a:pt x="10785" y="3133"/>
                    <a:pt x="10704" y="3074"/>
                    <a:pt x="10618" y="3012"/>
                  </a:cubicBezTo>
                  <a:cubicBezTo>
                    <a:pt x="10459" y="2897"/>
                    <a:pt x="10311" y="2837"/>
                    <a:pt x="10115" y="2805"/>
                  </a:cubicBezTo>
                  <a:cubicBezTo>
                    <a:pt x="10018" y="2787"/>
                    <a:pt x="9916" y="2771"/>
                    <a:pt x="9875" y="2730"/>
                  </a:cubicBezTo>
                  <a:cubicBezTo>
                    <a:pt x="9833" y="2688"/>
                    <a:pt x="9816" y="2587"/>
                    <a:pt x="9800" y="2489"/>
                  </a:cubicBezTo>
                  <a:cubicBezTo>
                    <a:pt x="9769" y="2300"/>
                    <a:pt x="9705" y="2141"/>
                    <a:pt x="9592" y="1986"/>
                  </a:cubicBezTo>
                  <a:cubicBezTo>
                    <a:pt x="9531" y="1901"/>
                    <a:pt x="9472" y="1820"/>
                    <a:pt x="9472" y="1755"/>
                  </a:cubicBezTo>
                  <a:cubicBezTo>
                    <a:pt x="9472" y="1691"/>
                    <a:pt x="9531" y="1611"/>
                    <a:pt x="9592" y="1525"/>
                  </a:cubicBezTo>
                  <a:cubicBezTo>
                    <a:pt x="9709" y="1365"/>
                    <a:pt x="9768" y="1218"/>
                    <a:pt x="9800" y="1022"/>
                  </a:cubicBezTo>
                  <a:cubicBezTo>
                    <a:pt x="9816" y="925"/>
                    <a:pt x="9833" y="823"/>
                    <a:pt x="9875" y="781"/>
                  </a:cubicBezTo>
                  <a:cubicBezTo>
                    <a:pt x="9916" y="740"/>
                    <a:pt x="10018" y="723"/>
                    <a:pt x="10115" y="707"/>
                  </a:cubicBezTo>
                  <a:cubicBezTo>
                    <a:pt x="10309" y="675"/>
                    <a:pt x="10459" y="614"/>
                    <a:pt x="10618" y="499"/>
                  </a:cubicBezTo>
                  <a:cubicBezTo>
                    <a:pt x="10704" y="438"/>
                    <a:pt x="10785" y="378"/>
                    <a:pt x="10849" y="378"/>
                  </a:cubicBezTo>
                  <a:close/>
                  <a:moveTo>
                    <a:pt x="2977" y="2945"/>
                  </a:moveTo>
                  <a:cubicBezTo>
                    <a:pt x="4233" y="2945"/>
                    <a:pt x="6113" y="2946"/>
                    <a:pt x="6113" y="2946"/>
                  </a:cubicBezTo>
                  <a:lnTo>
                    <a:pt x="6113" y="5416"/>
                  </a:lnTo>
                  <a:lnTo>
                    <a:pt x="1788" y="5416"/>
                  </a:lnTo>
                  <a:lnTo>
                    <a:pt x="1788" y="3053"/>
                  </a:lnTo>
                  <a:cubicBezTo>
                    <a:pt x="1788" y="3002"/>
                    <a:pt x="1824" y="2957"/>
                    <a:pt x="1875" y="2946"/>
                  </a:cubicBezTo>
                  <a:cubicBezTo>
                    <a:pt x="1877" y="2946"/>
                    <a:pt x="2349" y="2945"/>
                    <a:pt x="2977" y="2945"/>
                  </a:cubicBezTo>
                  <a:close/>
                  <a:moveTo>
                    <a:pt x="9578" y="2959"/>
                  </a:moveTo>
                  <a:cubicBezTo>
                    <a:pt x="9585" y="2968"/>
                    <a:pt x="9595" y="2979"/>
                    <a:pt x="9604" y="2988"/>
                  </a:cubicBezTo>
                  <a:cubicBezTo>
                    <a:pt x="9730" y="3112"/>
                    <a:pt x="9898" y="3140"/>
                    <a:pt x="10045" y="3164"/>
                  </a:cubicBezTo>
                  <a:cubicBezTo>
                    <a:pt x="10186" y="3188"/>
                    <a:pt x="10277" y="3224"/>
                    <a:pt x="10393" y="3307"/>
                  </a:cubicBezTo>
                  <a:cubicBezTo>
                    <a:pt x="10501" y="3384"/>
                    <a:pt x="10633" y="3478"/>
                    <a:pt x="10796" y="3494"/>
                  </a:cubicBezTo>
                  <a:lnTo>
                    <a:pt x="10796" y="4467"/>
                  </a:lnTo>
                  <a:lnTo>
                    <a:pt x="9910" y="3523"/>
                  </a:lnTo>
                  <a:cubicBezTo>
                    <a:pt x="9874" y="3485"/>
                    <a:pt x="9824" y="3465"/>
                    <a:pt x="9775" y="3465"/>
                  </a:cubicBezTo>
                  <a:cubicBezTo>
                    <a:pt x="9730" y="3465"/>
                    <a:pt x="9685" y="3481"/>
                    <a:pt x="9649" y="3514"/>
                  </a:cubicBezTo>
                  <a:lnTo>
                    <a:pt x="8559" y="4515"/>
                  </a:lnTo>
                  <a:lnTo>
                    <a:pt x="8448" y="4396"/>
                  </a:lnTo>
                  <a:cubicBezTo>
                    <a:pt x="8416" y="4362"/>
                    <a:pt x="8373" y="4344"/>
                    <a:pt x="8328" y="4344"/>
                  </a:cubicBezTo>
                  <a:cubicBezTo>
                    <a:pt x="8316" y="4344"/>
                    <a:pt x="8303" y="4346"/>
                    <a:pt x="8290" y="4349"/>
                  </a:cubicBezTo>
                  <a:cubicBezTo>
                    <a:pt x="8134" y="4387"/>
                    <a:pt x="8097" y="4557"/>
                    <a:pt x="8189" y="4656"/>
                  </a:cubicBezTo>
                  <a:lnTo>
                    <a:pt x="8731" y="5233"/>
                  </a:lnTo>
                  <a:cubicBezTo>
                    <a:pt x="8767" y="5272"/>
                    <a:pt x="8816" y="5292"/>
                    <a:pt x="8866" y="5292"/>
                  </a:cubicBezTo>
                  <a:cubicBezTo>
                    <a:pt x="8944" y="5292"/>
                    <a:pt x="9023" y="5242"/>
                    <a:pt x="9050" y="5143"/>
                  </a:cubicBezTo>
                  <a:cubicBezTo>
                    <a:pt x="9064" y="5095"/>
                    <a:pt x="9042" y="5028"/>
                    <a:pt x="9009" y="4994"/>
                  </a:cubicBezTo>
                  <a:lnTo>
                    <a:pt x="8811" y="4784"/>
                  </a:lnTo>
                  <a:lnTo>
                    <a:pt x="9767" y="3907"/>
                  </a:lnTo>
                  <a:lnTo>
                    <a:pt x="10798" y="5005"/>
                  </a:lnTo>
                  <a:lnTo>
                    <a:pt x="10798" y="5418"/>
                  </a:lnTo>
                  <a:lnTo>
                    <a:pt x="6473" y="5418"/>
                  </a:lnTo>
                  <a:lnTo>
                    <a:pt x="6473" y="4835"/>
                  </a:lnTo>
                  <a:lnTo>
                    <a:pt x="7483" y="3907"/>
                  </a:lnTo>
                  <a:lnTo>
                    <a:pt x="7606" y="4038"/>
                  </a:lnTo>
                  <a:cubicBezTo>
                    <a:pt x="7642" y="4077"/>
                    <a:pt x="7692" y="4096"/>
                    <a:pt x="7741" y="4096"/>
                  </a:cubicBezTo>
                  <a:cubicBezTo>
                    <a:pt x="7786" y="4096"/>
                    <a:pt x="7831" y="4080"/>
                    <a:pt x="7867" y="4047"/>
                  </a:cubicBezTo>
                  <a:cubicBezTo>
                    <a:pt x="7941" y="3978"/>
                    <a:pt x="7945" y="3863"/>
                    <a:pt x="7876" y="3787"/>
                  </a:cubicBezTo>
                  <a:lnTo>
                    <a:pt x="7627" y="3523"/>
                  </a:lnTo>
                  <a:cubicBezTo>
                    <a:pt x="7591" y="3485"/>
                    <a:pt x="7541" y="3465"/>
                    <a:pt x="7492" y="3465"/>
                  </a:cubicBezTo>
                  <a:cubicBezTo>
                    <a:pt x="7447" y="3465"/>
                    <a:pt x="7402" y="3481"/>
                    <a:pt x="7366" y="3514"/>
                  </a:cubicBezTo>
                  <a:lnTo>
                    <a:pt x="6473" y="4335"/>
                  </a:lnTo>
                  <a:lnTo>
                    <a:pt x="6473" y="2959"/>
                  </a:lnTo>
                  <a:close/>
                  <a:moveTo>
                    <a:pt x="6113" y="5809"/>
                  </a:moveTo>
                  <a:lnTo>
                    <a:pt x="6113" y="8266"/>
                  </a:lnTo>
                  <a:lnTo>
                    <a:pt x="1903" y="8266"/>
                  </a:lnTo>
                  <a:cubicBezTo>
                    <a:pt x="1840" y="8266"/>
                    <a:pt x="1790" y="8216"/>
                    <a:pt x="1790" y="8153"/>
                  </a:cubicBezTo>
                  <a:lnTo>
                    <a:pt x="1790" y="5809"/>
                  </a:lnTo>
                  <a:close/>
                  <a:moveTo>
                    <a:pt x="10799" y="5809"/>
                  </a:moveTo>
                  <a:lnTo>
                    <a:pt x="10799" y="8153"/>
                  </a:lnTo>
                  <a:cubicBezTo>
                    <a:pt x="10799" y="8216"/>
                    <a:pt x="10748" y="8266"/>
                    <a:pt x="10685" y="8266"/>
                  </a:cubicBezTo>
                  <a:lnTo>
                    <a:pt x="6475" y="8266"/>
                  </a:lnTo>
                  <a:lnTo>
                    <a:pt x="6475" y="5809"/>
                  </a:lnTo>
                  <a:close/>
                  <a:moveTo>
                    <a:pt x="9197" y="2108"/>
                  </a:moveTo>
                  <a:cubicBezTo>
                    <a:pt x="9223" y="2147"/>
                    <a:pt x="9250" y="2184"/>
                    <a:pt x="9275" y="2219"/>
                  </a:cubicBezTo>
                  <a:cubicBezTo>
                    <a:pt x="9362" y="2336"/>
                    <a:pt x="9395" y="2415"/>
                    <a:pt x="9420" y="2557"/>
                  </a:cubicBezTo>
                  <a:cubicBezTo>
                    <a:pt x="9422" y="2571"/>
                    <a:pt x="9425" y="2586"/>
                    <a:pt x="9427" y="2599"/>
                  </a:cubicBezTo>
                  <a:lnTo>
                    <a:pt x="1910" y="2599"/>
                  </a:lnTo>
                  <a:cubicBezTo>
                    <a:pt x="1775" y="2599"/>
                    <a:pt x="1665" y="2644"/>
                    <a:pt x="1570" y="2739"/>
                  </a:cubicBezTo>
                  <a:cubicBezTo>
                    <a:pt x="1478" y="2828"/>
                    <a:pt x="1429" y="2957"/>
                    <a:pt x="1429" y="3084"/>
                  </a:cubicBezTo>
                  <a:lnTo>
                    <a:pt x="1429" y="8178"/>
                  </a:lnTo>
                  <a:cubicBezTo>
                    <a:pt x="1429" y="8445"/>
                    <a:pt x="1644" y="8661"/>
                    <a:pt x="1912" y="8661"/>
                  </a:cubicBezTo>
                  <a:lnTo>
                    <a:pt x="10690" y="8661"/>
                  </a:lnTo>
                  <a:cubicBezTo>
                    <a:pt x="10690" y="8661"/>
                    <a:pt x="11174" y="8424"/>
                    <a:pt x="11160" y="8157"/>
                  </a:cubicBezTo>
                  <a:lnTo>
                    <a:pt x="11160" y="3396"/>
                  </a:lnTo>
                  <a:cubicBezTo>
                    <a:pt x="11217" y="3368"/>
                    <a:pt x="11259" y="3339"/>
                    <a:pt x="11297" y="3313"/>
                  </a:cubicBezTo>
                  <a:cubicBezTo>
                    <a:pt x="11391" y="3245"/>
                    <a:pt x="11475" y="3199"/>
                    <a:pt x="11586" y="3178"/>
                  </a:cubicBezTo>
                  <a:lnTo>
                    <a:pt x="11586" y="8675"/>
                  </a:lnTo>
                  <a:lnTo>
                    <a:pt x="11585" y="8675"/>
                  </a:lnTo>
                  <a:cubicBezTo>
                    <a:pt x="11589" y="8934"/>
                    <a:pt x="11120" y="9152"/>
                    <a:pt x="11120" y="9152"/>
                  </a:cubicBezTo>
                  <a:lnTo>
                    <a:pt x="1471" y="9152"/>
                  </a:lnTo>
                  <a:cubicBezTo>
                    <a:pt x="1211" y="9152"/>
                    <a:pt x="1001" y="8942"/>
                    <a:pt x="1001" y="8683"/>
                  </a:cubicBezTo>
                  <a:lnTo>
                    <a:pt x="1001" y="2577"/>
                  </a:lnTo>
                  <a:cubicBezTo>
                    <a:pt x="1001" y="2318"/>
                    <a:pt x="1211" y="2108"/>
                    <a:pt x="1471" y="2108"/>
                  </a:cubicBezTo>
                  <a:close/>
                  <a:moveTo>
                    <a:pt x="7424" y="9511"/>
                  </a:moveTo>
                  <a:lnTo>
                    <a:pt x="7424" y="9558"/>
                  </a:lnTo>
                  <a:cubicBezTo>
                    <a:pt x="7425" y="9660"/>
                    <a:pt x="7343" y="9740"/>
                    <a:pt x="7243" y="9740"/>
                  </a:cubicBezTo>
                  <a:lnTo>
                    <a:pt x="5378" y="9740"/>
                  </a:lnTo>
                  <a:cubicBezTo>
                    <a:pt x="5278" y="9740"/>
                    <a:pt x="5196" y="9660"/>
                    <a:pt x="5196" y="9558"/>
                  </a:cubicBezTo>
                  <a:lnTo>
                    <a:pt x="5196" y="9511"/>
                  </a:lnTo>
                  <a:close/>
                  <a:moveTo>
                    <a:pt x="10836" y="0"/>
                  </a:moveTo>
                  <a:cubicBezTo>
                    <a:pt x="10652" y="0"/>
                    <a:pt x="10506" y="106"/>
                    <a:pt x="10390" y="190"/>
                  </a:cubicBezTo>
                  <a:cubicBezTo>
                    <a:pt x="10280" y="270"/>
                    <a:pt x="10176" y="312"/>
                    <a:pt x="10042" y="334"/>
                  </a:cubicBezTo>
                  <a:cubicBezTo>
                    <a:pt x="9894" y="358"/>
                    <a:pt x="9727" y="387"/>
                    <a:pt x="9602" y="512"/>
                  </a:cubicBezTo>
                  <a:cubicBezTo>
                    <a:pt x="9393" y="722"/>
                    <a:pt x="9452" y="1064"/>
                    <a:pt x="9282" y="1302"/>
                  </a:cubicBezTo>
                  <a:cubicBezTo>
                    <a:pt x="9203" y="1412"/>
                    <a:pt x="9105" y="1546"/>
                    <a:pt x="9093" y="1714"/>
                  </a:cubicBezTo>
                  <a:lnTo>
                    <a:pt x="1479" y="1714"/>
                  </a:lnTo>
                  <a:cubicBezTo>
                    <a:pt x="1017" y="1714"/>
                    <a:pt x="641" y="2089"/>
                    <a:pt x="641" y="2551"/>
                  </a:cubicBezTo>
                  <a:lnTo>
                    <a:pt x="641" y="8678"/>
                  </a:lnTo>
                  <a:cubicBezTo>
                    <a:pt x="641" y="8854"/>
                    <a:pt x="695" y="9017"/>
                    <a:pt x="787" y="9152"/>
                  </a:cubicBezTo>
                  <a:lnTo>
                    <a:pt x="492" y="9152"/>
                  </a:lnTo>
                  <a:cubicBezTo>
                    <a:pt x="221" y="9152"/>
                    <a:pt x="0" y="9373"/>
                    <a:pt x="0" y="9644"/>
                  </a:cubicBezTo>
                  <a:cubicBezTo>
                    <a:pt x="0" y="10239"/>
                    <a:pt x="484" y="10725"/>
                    <a:pt x="1081" y="10725"/>
                  </a:cubicBezTo>
                  <a:lnTo>
                    <a:pt x="2934" y="10725"/>
                  </a:lnTo>
                  <a:cubicBezTo>
                    <a:pt x="3009" y="10725"/>
                    <a:pt x="3080" y="10682"/>
                    <a:pt x="3109" y="10613"/>
                  </a:cubicBezTo>
                  <a:cubicBezTo>
                    <a:pt x="3169" y="10469"/>
                    <a:pt x="3066" y="10332"/>
                    <a:pt x="2930" y="10332"/>
                  </a:cubicBezTo>
                  <a:lnTo>
                    <a:pt x="1084" y="10332"/>
                  </a:lnTo>
                  <a:cubicBezTo>
                    <a:pt x="698" y="10332"/>
                    <a:pt x="382" y="10017"/>
                    <a:pt x="383" y="9631"/>
                  </a:cubicBezTo>
                  <a:cubicBezTo>
                    <a:pt x="383" y="9566"/>
                    <a:pt x="438" y="9514"/>
                    <a:pt x="504" y="9514"/>
                  </a:cubicBezTo>
                  <a:lnTo>
                    <a:pt x="4835" y="9514"/>
                  </a:lnTo>
                  <a:lnTo>
                    <a:pt x="4835" y="9553"/>
                  </a:lnTo>
                  <a:cubicBezTo>
                    <a:pt x="4835" y="9857"/>
                    <a:pt x="5081" y="10103"/>
                    <a:pt x="5385" y="10103"/>
                  </a:cubicBezTo>
                  <a:lnTo>
                    <a:pt x="7233" y="10103"/>
                  </a:lnTo>
                  <a:cubicBezTo>
                    <a:pt x="7537" y="10103"/>
                    <a:pt x="7783" y="9857"/>
                    <a:pt x="7783" y="9553"/>
                  </a:cubicBezTo>
                  <a:lnTo>
                    <a:pt x="7783" y="9514"/>
                  </a:lnTo>
                  <a:lnTo>
                    <a:pt x="12077" y="9514"/>
                  </a:lnTo>
                  <a:cubicBezTo>
                    <a:pt x="12142" y="9514"/>
                    <a:pt x="12196" y="9568"/>
                    <a:pt x="12196" y="9634"/>
                  </a:cubicBezTo>
                  <a:cubicBezTo>
                    <a:pt x="12196" y="10019"/>
                    <a:pt x="11882" y="10333"/>
                    <a:pt x="11496" y="10333"/>
                  </a:cubicBezTo>
                  <a:lnTo>
                    <a:pt x="3783" y="10333"/>
                  </a:lnTo>
                  <a:cubicBezTo>
                    <a:pt x="3708" y="10333"/>
                    <a:pt x="3637" y="10377"/>
                    <a:pt x="3608" y="10446"/>
                  </a:cubicBezTo>
                  <a:cubicBezTo>
                    <a:pt x="3547" y="10589"/>
                    <a:pt x="3651" y="10726"/>
                    <a:pt x="3787" y="10726"/>
                  </a:cubicBezTo>
                  <a:lnTo>
                    <a:pt x="11516" y="10726"/>
                  </a:lnTo>
                  <a:cubicBezTo>
                    <a:pt x="12111" y="10726"/>
                    <a:pt x="12597" y="10242"/>
                    <a:pt x="12597" y="9645"/>
                  </a:cubicBezTo>
                  <a:cubicBezTo>
                    <a:pt x="12599" y="9372"/>
                    <a:pt x="12377" y="9152"/>
                    <a:pt x="12105" y="9152"/>
                  </a:cubicBezTo>
                  <a:lnTo>
                    <a:pt x="11801" y="9152"/>
                  </a:lnTo>
                  <a:cubicBezTo>
                    <a:pt x="11891" y="9018"/>
                    <a:pt x="11945" y="8855"/>
                    <a:pt x="11945" y="8682"/>
                  </a:cubicBezTo>
                  <a:lnTo>
                    <a:pt x="11945" y="3077"/>
                  </a:lnTo>
                  <a:cubicBezTo>
                    <a:pt x="11989" y="3053"/>
                    <a:pt x="12032" y="3025"/>
                    <a:pt x="12071" y="2986"/>
                  </a:cubicBezTo>
                  <a:cubicBezTo>
                    <a:pt x="12196" y="2860"/>
                    <a:pt x="12224" y="2693"/>
                    <a:pt x="12249" y="2545"/>
                  </a:cubicBezTo>
                  <a:cubicBezTo>
                    <a:pt x="12271" y="2410"/>
                    <a:pt x="12312" y="2308"/>
                    <a:pt x="12392" y="2197"/>
                  </a:cubicBezTo>
                  <a:cubicBezTo>
                    <a:pt x="12478" y="2079"/>
                    <a:pt x="12583" y="1934"/>
                    <a:pt x="12583" y="1749"/>
                  </a:cubicBezTo>
                  <a:cubicBezTo>
                    <a:pt x="12583" y="1565"/>
                    <a:pt x="12478" y="1419"/>
                    <a:pt x="12392" y="1302"/>
                  </a:cubicBezTo>
                  <a:cubicBezTo>
                    <a:pt x="12312" y="1189"/>
                    <a:pt x="12272" y="1089"/>
                    <a:pt x="12249" y="953"/>
                  </a:cubicBezTo>
                  <a:cubicBezTo>
                    <a:pt x="12224" y="806"/>
                    <a:pt x="12196" y="638"/>
                    <a:pt x="12071" y="512"/>
                  </a:cubicBezTo>
                  <a:cubicBezTo>
                    <a:pt x="11945" y="387"/>
                    <a:pt x="11778" y="359"/>
                    <a:pt x="11631" y="334"/>
                  </a:cubicBezTo>
                  <a:cubicBezTo>
                    <a:pt x="11486" y="310"/>
                    <a:pt x="11400" y="276"/>
                    <a:pt x="11282" y="190"/>
                  </a:cubicBezTo>
                  <a:cubicBezTo>
                    <a:pt x="11166" y="105"/>
                    <a:pt x="11020" y="0"/>
                    <a:pt x="108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42"/>
            <p:cNvSpPr/>
            <p:nvPr/>
          </p:nvSpPr>
          <p:spPr>
            <a:xfrm>
              <a:off x="2716147" y="788278"/>
              <a:ext cx="60540" cy="53418"/>
            </a:xfrm>
            <a:custGeom>
              <a:avLst/>
              <a:gdLst/>
              <a:ahLst/>
              <a:cxnLst/>
              <a:rect l="l" t="t" r="r" b="b"/>
              <a:pathLst>
                <a:path w="1598" h="1410" extrusionOk="0">
                  <a:moveTo>
                    <a:pt x="1390" y="0"/>
                  </a:moveTo>
                  <a:cubicBezTo>
                    <a:pt x="1332" y="0"/>
                    <a:pt x="1275" y="28"/>
                    <a:pt x="1238" y="78"/>
                  </a:cubicBezTo>
                  <a:lnTo>
                    <a:pt x="635" y="923"/>
                  </a:lnTo>
                  <a:lnTo>
                    <a:pt x="348" y="578"/>
                  </a:lnTo>
                  <a:cubicBezTo>
                    <a:pt x="312" y="534"/>
                    <a:pt x="260" y="511"/>
                    <a:pt x="208" y="511"/>
                  </a:cubicBezTo>
                  <a:cubicBezTo>
                    <a:pt x="166" y="511"/>
                    <a:pt x="124" y="526"/>
                    <a:pt x="89" y="555"/>
                  </a:cubicBezTo>
                  <a:cubicBezTo>
                    <a:pt x="11" y="620"/>
                    <a:pt x="0" y="735"/>
                    <a:pt x="65" y="813"/>
                  </a:cubicBezTo>
                  <a:lnTo>
                    <a:pt x="506" y="1342"/>
                  </a:lnTo>
                  <a:cubicBezTo>
                    <a:pt x="541" y="1384"/>
                    <a:pt x="592" y="1409"/>
                    <a:pt x="648" y="1409"/>
                  </a:cubicBezTo>
                  <a:lnTo>
                    <a:pt x="654" y="1409"/>
                  </a:lnTo>
                  <a:cubicBezTo>
                    <a:pt x="712" y="1406"/>
                    <a:pt x="764" y="1379"/>
                    <a:pt x="796" y="1332"/>
                  </a:cubicBezTo>
                  <a:lnTo>
                    <a:pt x="1539" y="291"/>
                  </a:lnTo>
                  <a:cubicBezTo>
                    <a:pt x="1598" y="209"/>
                    <a:pt x="1580" y="94"/>
                    <a:pt x="1495" y="34"/>
                  </a:cubicBezTo>
                  <a:cubicBezTo>
                    <a:pt x="1463" y="11"/>
                    <a:pt x="1427" y="0"/>
                    <a:pt x="13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" name="CasellaDiTesto 64">
            <a:extLst>
              <a:ext uri="{FF2B5EF4-FFF2-40B4-BE49-F238E27FC236}">
                <a16:creationId xmlns:a16="http://schemas.microsoft.com/office/drawing/2014/main" xmlns="" id="{D9FEEE7F-C99D-3D48-8966-4C6C4436D5DC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</p:spTree>
    <p:extLst>
      <p:ext uri="{BB962C8B-B14F-4D97-AF65-F5344CB8AC3E}">
        <p14:creationId xmlns:p14="http://schemas.microsoft.com/office/powerpoint/2010/main" xmlns="" val="1135606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Metodo</a:t>
            </a:r>
            <a:endParaRPr dirty="0"/>
          </a:p>
        </p:txBody>
      </p:sp>
      <p:sp>
        <p:nvSpPr>
          <p:cNvPr id="1668" name="Google Shape;1668;p42"/>
          <p:cNvSpPr txBox="1">
            <a:spLocks noGrp="1"/>
          </p:cNvSpPr>
          <p:nvPr>
            <p:ph type="subTitle" idx="6"/>
          </p:nvPr>
        </p:nvSpPr>
        <p:spPr>
          <a:xfrm>
            <a:off x="2856358" y="615425"/>
            <a:ext cx="3633284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Adattamento</a:t>
            </a:r>
            <a:r>
              <a:rPr lang="en" dirty="0"/>
              <a:t> per BES</a:t>
            </a:r>
            <a:endParaRPr dirty="0"/>
          </a:p>
        </p:txBody>
      </p:sp>
      <p:sp>
        <p:nvSpPr>
          <p:cNvPr id="1671" name="Google Shape;1671;p42"/>
          <p:cNvSpPr txBox="1">
            <a:spLocks noGrp="1"/>
          </p:cNvSpPr>
          <p:nvPr>
            <p:ph type="subTitle" idx="3"/>
          </p:nvPr>
        </p:nvSpPr>
        <p:spPr>
          <a:xfrm>
            <a:off x="720000" y="1753253"/>
            <a:ext cx="7011889" cy="4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 sz="1100" dirty="0"/>
              <a:t>&lt;#</a:t>
            </a:r>
            <a:r>
              <a:rPr lang="it-IT" sz="1100" dirty="0" err="1" smtClean="0"/>
              <a:t>bmd.dispensativi</a:t>
            </a:r>
            <a:r>
              <a:rPr lang="en" sz="1100" dirty="0" smtClean="0"/>
              <a:t>#&gt;</a:t>
            </a:r>
            <a:endParaRPr sz="1100" dirty="0"/>
          </a:p>
        </p:txBody>
      </p:sp>
      <p:sp>
        <p:nvSpPr>
          <p:cNvPr id="64" name="Google Shape;1671;p42">
            <a:extLst>
              <a:ext uri="{FF2B5EF4-FFF2-40B4-BE49-F238E27FC236}">
                <a16:creationId xmlns:a16="http://schemas.microsoft.com/office/drawing/2014/main" xmlns="" id="{7CC43588-6F6F-694E-8FE7-49853C1CFCDA}"/>
              </a:ext>
            </a:extLst>
          </p:cNvPr>
          <p:cNvSpPr txBox="1">
            <a:spLocks/>
          </p:cNvSpPr>
          <p:nvPr/>
        </p:nvSpPr>
        <p:spPr>
          <a:xfrm>
            <a:off x="720000" y="3062348"/>
            <a:ext cx="7208658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it-IT" sz="1100"/>
              <a:t>&lt;#</a:t>
            </a:r>
            <a:r>
              <a:rPr lang="it-IT" sz="1100" smtClean="0"/>
              <a:t>bsc.compensativi#&gt;</a:t>
            </a:r>
            <a:endParaRPr lang="it-IT" sz="1100" dirty="0"/>
          </a:p>
        </p:txBody>
      </p:sp>
      <p:sp>
        <p:nvSpPr>
          <p:cNvPr id="65" name="CasellaDiTesto 64">
            <a:extLst>
              <a:ext uri="{FF2B5EF4-FFF2-40B4-BE49-F238E27FC236}">
                <a16:creationId xmlns:a16="http://schemas.microsoft.com/office/drawing/2014/main" xmlns="" id="{D9FEEE7F-C99D-3D48-8966-4C6C4436D5DC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  <p:sp>
        <p:nvSpPr>
          <p:cNvPr id="66" name="Google Shape;1671;p42">
            <a:extLst>
              <a:ext uri="{FF2B5EF4-FFF2-40B4-BE49-F238E27FC236}">
                <a16:creationId xmlns:a16="http://schemas.microsoft.com/office/drawing/2014/main" xmlns="" id="{D5E7B5FA-D264-6947-8481-F307401A8609}"/>
              </a:ext>
            </a:extLst>
          </p:cNvPr>
          <p:cNvSpPr txBox="1">
            <a:spLocks/>
          </p:cNvSpPr>
          <p:nvPr/>
        </p:nvSpPr>
        <p:spPr>
          <a:xfrm>
            <a:off x="720000" y="1350953"/>
            <a:ext cx="1811634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it-IT" sz="1100" b="1" dirty="0"/>
              <a:t>Misure </a:t>
            </a:r>
            <a:r>
              <a:rPr lang="it-IT" sz="1100" b="1" dirty="0" smtClean="0"/>
              <a:t>dispensativi:</a:t>
            </a:r>
            <a:endParaRPr lang="it-IT" sz="1100" b="1" dirty="0"/>
          </a:p>
        </p:txBody>
      </p:sp>
      <p:sp>
        <p:nvSpPr>
          <p:cNvPr id="67" name="Google Shape;1671;p42">
            <a:extLst>
              <a:ext uri="{FF2B5EF4-FFF2-40B4-BE49-F238E27FC236}">
                <a16:creationId xmlns:a16="http://schemas.microsoft.com/office/drawing/2014/main" xmlns="" id="{413EE3D2-72CE-9C45-B3A1-73B2ACD1F949}"/>
              </a:ext>
            </a:extLst>
          </p:cNvPr>
          <p:cNvSpPr txBox="1">
            <a:spLocks/>
          </p:cNvSpPr>
          <p:nvPr/>
        </p:nvSpPr>
        <p:spPr>
          <a:xfrm>
            <a:off x="720000" y="2849909"/>
            <a:ext cx="2136358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it-IT" sz="1100" b="1" dirty="0"/>
              <a:t>Strumenti </a:t>
            </a:r>
            <a:r>
              <a:rPr lang="it-IT" sz="1100" b="1" dirty="0" smtClean="0"/>
              <a:t>compensative :</a:t>
            </a:r>
            <a:endParaRPr lang="it-IT" sz="1100" b="1" dirty="0"/>
          </a:p>
        </p:txBody>
      </p:sp>
    </p:spTree>
    <p:extLst>
      <p:ext uri="{BB962C8B-B14F-4D97-AF65-F5344CB8AC3E}">
        <p14:creationId xmlns:p14="http://schemas.microsoft.com/office/powerpoint/2010/main" xmlns="" val="1135606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p54"/>
          <p:cNvSpPr txBox="1"/>
          <p:nvPr/>
        </p:nvSpPr>
        <p:spPr>
          <a:xfrm>
            <a:off x="647783" y="1549663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 b="1" dirty="0" err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" sz="3000" b="1" dirty="0" err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ase</a:t>
            </a:r>
            <a:r>
              <a:rPr lang="en" sz="3000" b="1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29" name="Google Shape;2129;p54"/>
          <p:cNvSpPr txBox="1"/>
          <p:nvPr/>
        </p:nvSpPr>
        <p:spPr>
          <a:xfrm>
            <a:off x="636493" y="2337407"/>
            <a:ext cx="1492793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 err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Fase</a:t>
            </a:r>
            <a:r>
              <a:rPr lang="en" sz="3000" b="1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2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" name="Google Shape;2128;p54">
            <a:extLst>
              <a:ext uri="{FF2B5EF4-FFF2-40B4-BE49-F238E27FC236}">
                <a16:creationId xmlns:a16="http://schemas.microsoft.com/office/drawing/2014/main" xmlns="" id="{261CA5C0-B105-1444-A9BA-58ACF5D7BBB9}"/>
              </a:ext>
            </a:extLst>
          </p:cNvPr>
          <p:cNvSpPr txBox="1"/>
          <p:nvPr/>
        </p:nvSpPr>
        <p:spPr>
          <a:xfrm>
            <a:off x="2031434" y="1558261"/>
            <a:ext cx="3395196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 err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Verifica</a:t>
            </a:r>
            <a:r>
              <a:rPr lang="en" sz="2000" b="1" dirty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lang="en" sz="2000" b="1" dirty="0" err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prerequisiti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4" name="Google Shape;2128;p54">
            <a:extLst>
              <a:ext uri="{FF2B5EF4-FFF2-40B4-BE49-F238E27FC236}">
                <a16:creationId xmlns:a16="http://schemas.microsoft.com/office/drawing/2014/main" xmlns="" id="{3B208D90-42FE-E441-9F64-96A53C77C094}"/>
              </a:ext>
            </a:extLst>
          </p:cNvPr>
          <p:cNvSpPr txBox="1"/>
          <p:nvPr/>
        </p:nvSpPr>
        <p:spPr>
          <a:xfrm>
            <a:off x="2057569" y="2320212"/>
            <a:ext cx="3395196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 err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Esposizione</a:t>
            </a:r>
            <a:r>
              <a:rPr lang="en" sz="2000" b="1" dirty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lang="en" sz="2000" b="1" dirty="0" err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argomenti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7" name="Google Shape;2129;p54">
            <a:extLst>
              <a:ext uri="{FF2B5EF4-FFF2-40B4-BE49-F238E27FC236}">
                <a16:creationId xmlns:a16="http://schemas.microsoft.com/office/drawing/2014/main" xmlns="" id="{7CC707D1-874B-E04D-B2C0-2ECA1A36D6B5}"/>
              </a:ext>
            </a:extLst>
          </p:cNvPr>
          <p:cNvSpPr txBox="1"/>
          <p:nvPr/>
        </p:nvSpPr>
        <p:spPr>
          <a:xfrm>
            <a:off x="645459" y="3132105"/>
            <a:ext cx="141211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 err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Fase</a:t>
            </a:r>
            <a:r>
              <a:rPr lang="en" sz="3000" b="1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3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" name="Google Shape;2128;p54">
            <a:extLst>
              <a:ext uri="{FF2B5EF4-FFF2-40B4-BE49-F238E27FC236}">
                <a16:creationId xmlns:a16="http://schemas.microsoft.com/office/drawing/2014/main" xmlns="" id="{06BA9710-5E19-3047-A47A-5CFF07166487}"/>
              </a:ext>
            </a:extLst>
          </p:cNvPr>
          <p:cNvSpPr txBox="1"/>
          <p:nvPr/>
        </p:nvSpPr>
        <p:spPr>
          <a:xfrm>
            <a:off x="2031434" y="3142905"/>
            <a:ext cx="4216966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 b="1" dirty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Verifica degli obiettivi</a:t>
            </a: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xmlns="" id="{9463C83D-5DC4-D042-B9A5-94705850EF61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  <p:grpSp>
        <p:nvGrpSpPr>
          <p:cNvPr id="62" name="Google Shape;11771;p80">
            <a:extLst>
              <a:ext uri="{FF2B5EF4-FFF2-40B4-BE49-F238E27FC236}">
                <a16:creationId xmlns:a16="http://schemas.microsoft.com/office/drawing/2014/main" xmlns="" id="{44638F95-E680-DF43-BCD4-A0D8CFBE5CF0}"/>
              </a:ext>
            </a:extLst>
          </p:cNvPr>
          <p:cNvGrpSpPr/>
          <p:nvPr/>
        </p:nvGrpSpPr>
        <p:grpSpPr>
          <a:xfrm>
            <a:off x="6729192" y="279401"/>
            <a:ext cx="1429521" cy="1432606"/>
            <a:chOff x="6259175" y="1559008"/>
            <a:chExt cx="271743" cy="272093"/>
          </a:xfrm>
          <a:solidFill>
            <a:schemeClr val="tx2"/>
          </a:solidFill>
        </p:grpSpPr>
        <p:sp>
          <p:nvSpPr>
            <p:cNvPr id="63" name="Google Shape;11772;p80">
              <a:extLst>
                <a:ext uri="{FF2B5EF4-FFF2-40B4-BE49-F238E27FC236}">
                  <a16:creationId xmlns:a16="http://schemas.microsoft.com/office/drawing/2014/main" xmlns="" id="{B588B5C0-0F04-544A-979E-44A254B54977}"/>
                </a:ext>
              </a:extLst>
            </p:cNvPr>
            <p:cNvSpPr/>
            <p:nvPr/>
          </p:nvSpPr>
          <p:spPr>
            <a:xfrm>
              <a:off x="6259175" y="1559008"/>
              <a:ext cx="271743" cy="272093"/>
            </a:xfrm>
            <a:custGeom>
              <a:avLst/>
              <a:gdLst/>
              <a:ahLst/>
              <a:cxnLst/>
              <a:rect l="l" t="t" r="r" b="b"/>
              <a:pathLst>
                <a:path w="8538" h="8549" extrusionOk="0">
                  <a:moveTo>
                    <a:pt x="4263" y="0"/>
                  </a:moveTo>
                  <a:cubicBezTo>
                    <a:pt x="3120" y="0"/>
                    <a:pt x="2049" y="453"/>
                    <a:pt x="1251" y="1250"/>
                  </a:cubicBezTo>
                  <a:cubicBezTo>
                    <a:pt x="441" y="2060"/>
                    <a:pt x="1" y="3131"/>
                    <a:pt x="1" y="4274"/>
                  </a:cubicBezTo>
                  <a:cubicBezTo>
                    <a:pt x="1" y="5417"/>
                    <a:pt x="441" y="6489"/>
                    <a:pt x="1251" y="7299"/>
                  </a:cubicBezTo>
                  <a:cubicBezTo>
                    <a:pt x="2049" y="8096"/>
                    <a:pt x="3120" y="8549"/>
                    <a:pt x="4263" y="8549"/>
                  </a:cubicBezTo>
                  <a:cubicBezTo>
                    <a:pt x="5418" y="8549"/>
                    <a:pt x="6490" y="8096"/>
                    <a:pt x="7287" y="7299"/>
                  </a:cubicBezTo>
                  <a:cubicBezTo>
                    <a:pt x="8097" y="6489"/>
                    <a:pt x="8537" y="5417"/>
                    <a:pt x="8537" y="4274"/>
                  </a:cubicBezTo>
                  <a:cubicBezTo>
                    <a:pt x="8526" y="4179"/>
                    <a:pt x="8526" y="4108"/>
                    <a:pt x="8526" y="4036"/>
                  </a:cubicBezTo>
                  <a:cubicBezTo>
                    <a:pt x="8526" y="3965"/>
                    <a:pt x="8466" y="3917"/>
                    <a:pt x="8383" y="3917"/>
                  </a:cubicBezTo>
                  <a:cubicBezTo>
                    <a:pt x="8311" y="3917"/>
                    <a:pt x="8276" y="3977"/>
                    <a:pt x="8276" y="4048"/>
                  </a:cubicBezTo>
                  <a:lnTo>
                    <a:pt x="8276" y="4274"/>
                  </a:lnTo>
                  <a:cubicBezTo>
                    <a:pt x="8276" y="5346"/>
                    <a:pt x="7859" y="6358"/>
                    <a:pt x="7097" y="7120"/>
                  </a:cubicBezTo>
                  <a:cubicBezTo>
                    <a:pt x="6335" y="7882"/>
                    <a:pt x="5323" y="8287"/>
                    <a:pt x="4251" y="8287"/>
                  </a:cubicBezTo>
                  <a:cubicBezTo>
                    <a:pt x="3180" y="8287"/>
                    <a:pt x="2168" y="7870"/>
                    <a:pt x="1406" y="7120"/>
                  </a:cubicBezTo>
                  <a:cubicBezTo>
                    <a:pt x="656" y="6358"/>
                    <a:pt x="239" y="5346"/>
                    <a:pt x="239" y="4274"/>
                  </a:cubicBezTo>
                  <a:cubicBezTo>
                    <a:pt x="239" y="3203"/>
                    <a:pt x="644" y="2191"/>
                    <a:pt x="1406" y="1429"/>
                  </a:cubicBezTo>
                  <a:cubicBezTo>
                    <a:pt x="2168" y="667"/>
                    <a:pt x="3180" y="250"/>
                    <a:pt x="4251" y="250"/>
                  </a:cubicBezTo>
                  <a:cubicBezTo>
                    <a:pt x="5204" y="250"/>
                    <a:pt x="6121" y="595"/>
                    <a:pt x="6847" y="1203"/>
                  </a:cubicBezTo>
                  <a:cubicBezTo>
                    <a:pt x="7561" y="1822"/>
                    <a:pt x="8049" y="2655"/>
                    <a:pt x="8216" y="3560"/>
                  </a:cubicBezTo>
                  <a:cubicBezTo>
                    <a:pt x="8227" y="3624"/>
                    <a:pt x="8276" y="3669"/>
                    <a:pt x="8337" y="3669"/>
                  </a:cubicBezTo>
                  <a:cubicBezTo>
                    <a:pt x="8344" y="3669"/>
                    <a:pt x="8352" y="3668"/>
                    <a:pt x="8359" y="3667"/>
                  </a:cubicBezTo>
                  <a:cubicBezTo>
                    <a:pt x="8430" y="3643"/>
                    <a:pt x="8478" y="3584"/>
                    <a:pt x="8466" y="3512"/>
                  </a:cubicBezTo>
                  <a:cubicBezTo>
                    <a:pt x="8287" y="2548"/>
                    <a:pt x="7775" y="1655"/>
                    <a:pt x="7025" y="1012"/>
                  </a:cubicBezTo>
                  <a:cubicBezTo>
                    <a:pt x="6251" y="357"/>
                    <a:pt x="5275" y="0"/>
                    <a:pt x="42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1773;p80">
              <a:extLst>
                <a:ext uri="{FF2B5EF4-FFF2-40B4-BE49-F238E27FC236}">
                  <a16:creationId xmlns:a16="http://schemas.microsoft.com/office/drawing/2014/main" xmlns="" id="{7270C5A1-9595-514A-8374-873CABF95844}"/>
                </a:ext>
              </a:extLst>
            </p:cNvPr>
            <p:cNvSpPr/>
            <p:nvPr/>
          </p:nvSpPr>
          <p:spPr>
            <a:xfrm>
              <a:off x="6278145" y="1577946"/>
              <a:ext cx="231927" cy="232309"/>
            </a:xfrm>
            <a:custGeom>
              <a:avLst/>
              <a:gdLst/>
              <a:ahLst/>
              <a:cxnLst/>
              <a:rect l="l" t="t" r="r" b="b"/>
              <a:pathLst>
                <a:path w="7287" h="7299" extrusionOk="0">
                  <a:moveTo>
                    <a:pt x="3643" y="0"/>
                  </a:moveTo>
                  <a:cubicBezTo>
                    <a:pt x="3119" y="0"/>
                    <a:pt x="2631" y="108"/>
                    <a:pt x="2155" y="322"/>
                  </a:cubicBezTo>
                  <a:cubicBezTo>
                    <a:pt x="1703" y="524"/>
                    <a:pt x="1310" y="810"/>
                    <a:pt x="964" y="1179"/>
                  </a:cubicBezTo>
                  <a:cubicBezTo>
                    <a:pt x="917" y="1227"/>
                    <a:pt x="917" y="1310"/>
                    <a:pt x="964" y="1358"/>
                  </a:cubicBezTo>
                  <a:cubicBezTo>
                    <a:pt x="988" y="1382"/>
                    <a:pt x="1021" y="1393"/>
                    <a:pt x="1054" y="1393"/>
                  </a:cubicBezTo>
                  <a:cubicBezTo>
                    <a:pt x="1086" y="1393"/>
                    <a:pt x="1119" y="1382"/>
                    <a:pt x="1143" y="1358"/>
                  </a:cubicBezTo>
                  <a:cubicBezTo>
                    <a:pt x="1453" y="1012"/>
                    <a:pt x="1822" y="750"/>
                    <a:pt x="2262" y="560"/>
                  </a:cubicBezTo>
                  <a:cubicBezTo>
                    <a:pt x="2691" y="358"/>
                    <a:pt x="3167" y="262"/>
                    <a:pt x="3643" y="262"/>
                  </a:cubicBezTo>
                  <a:cubicBezTo>
                    <a:pt x="5513" y="262"/>
                    <a:pt x="7037" y="1774"/>
                    <a:pt x="7037" y="3656"/>
                  </a:cubicBezTo>
                  <a:cubicBezTo>
                    <a:pt x="7037" y="5525"/>
                    <a:pt x="5513" y="7049"/>
                    <a:pt x="3643" y="7049"/>
                  </a:cubicBezTo>
                  <a:cubicBezTo>
                    <a:pt x="1762" y="7049"/>
                    <a:pt x="250" y="5525"/>
                    <a:pt x="250" y="3656"/>
                  </a:cubicBezTo>
                  <a:cubicBezTo>
                    <a:pt x="250" y="2977"/>
                    <a:pt x="441" y="2322"/>
                    <a:pt x="810" y="1774"/>
                  </a:cubicBezTo>
                  <a:cubicBezTo>
                    <a:pt x="857" y="1727"/>
                    <a:pt x="845" y="1655"/>
                    <a:pt x="786" y="1608"/>
                  </a:cubicBezTo>
                  <a:cubicBezTo>
                    <a:pt x="766" y="1596"/>
                    <a:pt x="743" y="1591"/>
                    <a:pt x="721" y="1591"/>
                  </a:cubicBezTo>
                  <a:cubicBezTo>
                    <a:pt x="676" y="1591"/>
                    <a:pt x="631" y="1612"/>
                    <a:pt x="607" y="1643"/>
                  </a:cubicBezTo>
                  <a:cubicBezTo>
                    <a:pt x="202" y="2239"/>
                    <a:pt x="0" y="2941"/>
                    <a:pt x="0" y="3656"/>
                  </a:cubicBezTo>
                  <a:cubicBezTo>
                    <a:pt x="0" y="4632"/>
                    <a:pt x="381" y="5537"/>
                    <a:pt x="1072" y="6227"/>
                  </a:cubicBezTo>
                  <a:cubicBezTo>
                    <a:pt x="1750" y="6906"/>
                    <a:pt x="2679" y="7299"/>
                    <a:pt x="3643" y="7299"/>
                  </a:cubicBezTo>
                  <a:cubicBezTo>
                    <a:pt x="4620" y="7299"/>
                    <a:pt x="5536" y="6906"/>
                    <a:pt x="6215" y="6227"/>
                  </a:cubicBezTo>
                  <a:cubicBezTo>
                    <a:pt x="6894" y="5537"/>
                    <a:pt x="7287" y="4620"/>
                    <a:pt x="7287" y="3656"/>
                  </a:cubicBezTo>
                  <a:cubicBezTo>
                    <a:pt x="7287" y="2679"/>
                    <a:pt x="6906" y="1763"/>
                    <a:pt x="6215" y="1072"/>
                  </a:cubicBezTo>
                  <a:cubicBezTo>
                    <a:pt x="5536" y="393"/>
                    <a:pt x="4608" y="0"/>
                    <a:pt x="364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1774;p80">
              <a:extLst>
                <a:ext uri="{FF2B5EF4-FFF2-40B4-BE49-F238E27FC236}">
                  <a16:creationId xmlns:a16="http://schemas.microsoft.com/office/drawing/2014/main" xmlns="" id="{F9DD6277-44F2-E94E-ACF1-F20B57602F17}"/>
                </a:ext>
              </a:extLst>
            </p:cNvPr>
            <p:cNvSpPr/>
            <p:nvPr/>
          </p:nvSpPr>
          <p:spPr>
            <a:xfrm>
              <a:off x="6297846" y="1690870"/>
              <a:ext cx="13272" cy="7607"/>
            </a:xfrm>
            <a:custGeom>
              <a:avLst/>
              <a:gdLst/>
              <a:ahLst/>
              <a:cxnLst/>
              <a:rect l="l" t="t" r="r" b="b"/>
              <a:pathLst>
                <a:path w="417" h="239" extrusionOk="0">
                  <a:moveTo>
                    <a:pt x="119" y="0"/>
                  </a:moveTo>
                  <a:cubicBezTo>
                    <a:pt x="48" y="0"/>
                    <a:pt x="0" y="36"/>
                    <a:pt x="0" y="120"/>
                  </a:cubicBezTo>
                  <a:cubicBezTo>
                    <a:pt x="0" y="191"/>
                    <a:pt x="60" y="239"/>
                    <a:pt x="119" y="239"/>
                  </a:cubicBezTo>
                  <a:lnTo>
                    <a:pt x="298" y="239"/>
                  </a:lnTo>
                  <a:cubicBezTo>
                    <a:pt x="369" y="239"/>
                    <a:pt x="417" y="179"/>
                    <a:pt x="417" y="120"/>
                  </a:cubicBezTo>
                  <a:cubicBezTo>
                    <a:pt x="417" y="60"/>
                    <a:pt x="357" y="0"/>
                    <a:pt x="2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1775;p80">
              <a:extLst>
                <a:ext uri="{FF2B5EF4-FFF2-40B4-BE49-F238E27FC236}">
                  <a16:creationId xmlns:a16="http://schemas.microsoft.com/office/drawing/2014/main" xmlns="" id="{F559DB77-38F0-9749-B99B-4BAB7CA7C88C}"/>
                </a:ext>
              </a:extLst>
            </p:cNvPr>
            <p:cNvSpPr/>
            <p:nvPr/>
          </p:nvSpPr>
          <p:spPr>
            <a:xfrm>
              <a:off x="6390687" y="1598029"/>
              <a:ext cx="100448" cy="100448"/>
            </a:xfrm>
            <a:custGeom>
              <a:avLst/>
              <a:gdLst/>
              <a:ahLst/>
              <a:cxnLst/>
              <a:rect l="l" t="t" r="r" b="b"/>
              <a:pathLst>
                <a:path w="3156" h="3156" extrusionOk="0">
                  <a:moveTo>
                    <a:pt x="119" y="0"/>
                  </a:moveTo>
                  <a:cubicBezTo>
                    <a:pt x="60" y="0"/>
                    <a:pt x="0" y="60"/>
                    <a:pt x="0" y="119"/>
                  </a:cubicBezTo>
                  <a:lnTo>
                    <a:pt x="0" y="3037"/>
                  </a:lnTo>
                  <a:cubicBezTo>
                    <a:pt x="0" y="3108"/>
                    <a:pt x="60" y="3156"/>
                    <a:pt x="119" y="3156"/>
                  </a:cubicBezTo>
                  <a:lnTo>
                    <a:pt x="3036" y="3156"/>
                  </a:lnTo>
                  <a:cubicBezTo>
                    <a:pt x="3108" y="3156"/>
                    <a:pt x="3155" y="3096"/>
                    <a:pt x="3155" y="3037"/>
                  </a:cubicBezTo>
                  <a:cubicBezTo>
                    <a:pt x="3155" y="2977"/>
                    <a:pt x="3096" y="2917"/>
                    <a:pt x="3036" y="2917"/>
                  </a:cubicBezTo>
                  <a:lnTo>
                    <a:pt x="250" y="2917"/>
                  </a:lnTo>
                  <a:lnTo>
                    <a:pt x="250" y="119"/>
                  </a:lnTo>
                  <a:lnTo>
                    <a:pt x="238" y="119"/>
                  </a:lnTo>
                  <a:cubicBezTo>
                    <a:pt x="238" y="48"/>
                    <a:pt x="179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1776;p80">
              <a:extLst>
                <a:ext uri="{FF2B5EF4-FFF2-40B4-BE49-F238E27FC236}">
                  <a16:creationId xmlns:a16="http://schemas.microsoft.com/office/drawing/2014/main" xmlns="" id="{7190F392-A6FD-CF49-A9B1-0A8AA63150DC}"/>
                </a:ext>
              </a:extLst>
            </p:cNvPr>
            <p:cNvSpPr/>
            <p:nvPr/>
          </p:nvSpPr>
          <p:spPr>
            <a:xfrm>
              <a:off x="6390305" y="1778013"/>
              <a:ext cx="7607" cy="13304"/>
            </a:xfrm>
            <a:custGeom>
              <a:avLst/>
              <a:gdLst/>
              <a:ahLst/>
              <a:cxnLst/>
              <a:rect l="l" t="t" r="r" b="b"/>
              <a:pathLst>
                <a:path w="239" h="418" extrusionOk="0">
                  <a:moveTo>
                    <a:pt x="119" y="1"/>
                  </a:moveTo>
                  <a:cubicBezTo>
                    <a:pt x="60" y="1"/>
                    <a:pt x="0" y="60"/>
                    <a:pt x="0" y="120"/>
                  </a:cubicBezTo>
                  <a:lnTo>
                    <a:pt x="0" y="299"/>
                  </a:lnTo>
                  <a:cubicBezTo>
                    <a:pt x="0" y="370"/>
                    <a:pt x="60" y="418"/>
                    <a:pt x="119" y="418"/>
                  </a:cubicBezTo>
                  <a:cubicBezTo>
                    <a:pt x="179" y="418"/>
                    <a:pt x="238" y="358"/>
                    <a:pt x="238" y="299"/>
                  </a:cubicBezTo>
                  <a:lnTo>
                    <a:pt x="238" y="120"/>
                  </a:lnTo>
                  <a:cubicBezTo>
                    <a:pt x="238" y="49"/>
                    <a:pt x="179" y="1"/>
                    <a:pt x="1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1777;p80">
              <a:extLst>
                <a:ext uri="{FF2B5EF4-FFF2-40B4-BE49-F238E27FC236}">
                  <a16:creationId xmlns:a16="http://schemas.microsoft.com/office/drawing/2014/main" xmlns="" id="{DC2C69A4-769D-D54A-AAA2-FD048B35CA11}"/>
                </a:ext>
              </a:extLst>
            </p:cNvPr>
            <p:cNvSpPr/>
            <p:nvPr/>
          </p:nvSpPr>
          <p:spPr>
            <a:xfrm>
              <a:off x="6324358" y="1624923"/>
              <a:ext cx="12922" cy="11776"/>
            </a:xfrm>
            <a:custGeom>
              <a:avLst/>
              <a:gdLst/>
              <a:ahLst/>
              <a:cxnLst/>
              <a:rect l="l" t="t" r="r" b="b"/>
              <a:pathLst>
                <a:path w="406" h="370" extrusionOk="0">
                  <a:moveTo>
                    <a:pt x="133" y="1"/>
                  </a:moveTo>
                  <a:cubicBezTo>
                    <a:pt x="99" y="1"/>
                    <a:pt x="66" y="13"/>
                    <a:pt x="48" y="36"/>
                  </a:cubicBezTo>
                  <a:cubicBezTo>
                    <a:pt x="1" y="72"/>
                    <a:pt x="1" y="167"/>
                    <a:pt x="48" y="215"/>
                  </a:cubicBezTo>
                  <a:lnTo>
                    <a:pt x="179" y="346"/>
                  </a:lnTo>
                  <a:cubicBezTo>
                    <a:pt x="215" y="370"/>
                    <a:pt x="239" y="370"/>
                    <a:pt x="274" y="370"/>
                  </a:cubicBezTo>
                  <a:cubicBezTo>
                    <a:pt x="298" y="370"/>
                    <a:pt x="334" y="358"/>
                    <a:pt x="358" y="346"/>
                  </a:cubicBezTo>
                  <a:cubicBezTo>
                    <a:pt x="405" y="298"/>
                    <a:pt x="405" y="215"/>
                    <a:pt x="358" y="167"/>
                  </a:cubicBezTo>
                  <a:lnTo>
                    <a:pt x="227" y="36"/>
                  </a:lnTo>
                  <a:cubicBezTo>
                    <a:pt x="203" y="13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1778;p80">
              <a:extLst>
                <a:ext uri="{FF2B5EF4-FFF2-40B4-BE49-F238E27FC236}">
                  <a16:creationId xmlns:a16="http://schemas.microsoft.com/office/drawing/2014/main" xmlns="" id="{574C002A-2D92-8440-9B01-663339B39670}"/>
                </a:ext>
              </a:extLst>
            </p:cNvPr>
            <p:cNvSpPr/>
            <p:nvPr/>
          </p:nvSpPr>
          <p:spPr>
            <a:xfrm>
              <a:off x="6451700" y="1752265"/>
              <a:ext cx="12890" cy="11776"/>
            </a:xfrm>
            <a:custGeom>
              <a:avLst/>
              <a:gdLst/>
              <a:ahLst/>
              <a:cxnLst/>
              <a:rect l="l" t="t" r="r" b="b"/>
              <a:pathLst>
                <a:path w="405" h="370" extrusionOk="0">
                  <a:moveTo>
                    <a:pt x="133" y="0"/>
                  </a:moveTo>
                  <a:cubicBezTo>
                    <a:pt x="101" y="0"/>
                    <a:pt x="72" y="12"/>
                    <a:pt x="48" y="36"/>
                  </a:cubicBezTo>
                  <a:cubicBezTo>
                    <a:pt x="0" y="84"/>
                    <a:pt x="0" y="167"/>
                    <a:pt x="48" y="215"/>
                  </a:cubicBezTo>
                  <a:lnTo>
                    <a:pt x="179" y="346"/>
                  </a:lnTo>
                  <a:cubicBezTo>
                    <a:pt x="214" y="369"/>
                    <a:pt x="238" y="369"/>
                    <a:pt x="274" y="369"/>
                  </a:cubicBezTo>
                  <a:cubicBezTo>
                    <a:pt x="298" y="369"/>
                    <a:pt x="333" y="357"/>
                    <a:pt x="357" y="346"/>
                  </a:cubicBezTo>
                  <a:cubicBezTo>
                    <a:pt x="405" y="298"/>
                    <a:pt x="405" y="215"/>
                    <a:pt x="357" y="167"/>
                  </a:cubicBezTo>
                  <a:lnTo>
                    <a:pt x="226" y="36"/>
                  </a:lnTo>
                  <a:cubicBezTo>
                    <a:pt x="197" y="12"/>
                    <a:pt x="164" y="0"/>
                    <a:pt x="1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1779;p80">
              <a:extLst>
                <a:ext uri="{FF2B5EF4-FFF2-40B4-BE49-F238E27FC236}">
                  <a16:creationId xmlns:a16="http://schemas.microsoft.com/office/drawing/2014/main" xmlns="" id="{FF16C571-A6E3-1844-8CA6-59AF15A50ED1}"/>
                </a:ext>
              </a:extLst>
            </p:cNvPr>
            <p:cNvSpPr/>
            <p:nvPr/>
          </p:nvSpPr>
          <p:spPr>
            <a:xfrm>
              <a:off x="6451700" y="1624923"/>
              <a:ext cx="12890" cy="11776"/>
            </a:xfrm>
            <a:custGeom>
              <a:avLst/>
              <a:gdLst/>
              <a:ahLst/>
              <a:cxnLst/>
              <a:rect l="l" t="t" r="r" b="b"/>
              <a:pathLst>
                <a:path w="405" h="370" extrusionOk="0">
                  <a:moveTo>
                    <a:pt x="272" y="1"/>
                  </a:moveTo>
                  <a:cubicBezTo>
                    <a:pt x="238" y="1"/>
                    <a:pt x="202" y="13"/>
                    <a:pt x="179" y="36"/>
                  </a:cubicBezTo>
                  <a:lnTo>
                    <a:pt x="48" y="167"/>
                  </a:lnTo>
                  <a:cubicBezTo>
                    <a:pt x="0" y="215"/>
                    <a:pt x="0" y="298"/>
                    <a:pt x="48" y="346"/>
                  </a:cubicBezTo>
                  <a:cubicBezTo>
                    <a:pt x="83" y="370"/>
                    <a:pt x="107" y="370"/>
                    <a:pt x="143" y="370"/>
                  </a:cubicBezTo>
                  <a:cubicBezTo>
                    <a:pt x="167" y="370"/>
                    <a:pt x="202" y="370"/>
                    <a:pt x="226" y="346"/>
                  </a:cubicBezTo>
                  <a:lnTo>
                    <a:pt x="357" y="215"/>
                  </a:lnTo>
                  <a:cubicBezTo>
                    <a:pt x="405" y="167"/>
                    <a:pt x="405" y="72"/>
                    <a:pt x="357" y="36"/>
                  </a:cubicBezTo>
                  <a:cubicBezTo>
                    <a:pt x="339" y="13"/>
                    <a:pt x="307" y="1"/>
                    <a:pt x="2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1780;p80">
              <a:extLst>
                <a:ext uri="{FF2B5EF4-FFF2-40B4-BE49-F238E27FC236}">
                  <a16:creationId xmlns:a16="http://schemas.microsoft.com/office/drawing/2014/main" xmlns="" id="{1C931076-73CC-754D-8BA5-3BFBEFD0B1A0}"/>
                </a:ext>
              </a:extLst>
            </p:cNvPr>
            <p:cNvSpPr/>
            <p:nvPr/>
          </p:nvSpPr>
          <p:spPr>
            <a:xfrm>
              <a:off x="6324358" y="1751883"/>
              <a:ext cx="12922" cy="11776"/>
            </a:xfrm>
            <a:custGeom>
              <a:avLst/>
              <a:gdLst/>
              <a:ahLst/>
              <a:cxnLst/>
              <a:rect l="l" t="t" r="r" b="b"/>
              <a:pathLst>
                <a:path w="406" h="370" extrusionOk="0">
                  <a:moveTo>
                    <a:pt x="268" y="0"/>
                  </a:moveTo>
                  <a:cubicBezTo>
                    <a:pt x="236" y="0"/>
                    <a:pt x="203" y="12"/>
                    <a:pt x="179" y="36"/>
                  </a:cubicBezTo>
                  <a:lnTo>
                    <a:pt x="48" y="167"/>
                  </a:lnTo>
                  <a:cubicBezTo>
                    <a:pt x="1" y="227"/>
                    <a:pt x="1" y="298"/>
                    <a:pt x="48" y="346"/>
                  </a:cubicBezTo>
                  <a:cubicBezTo>
                    <a:pt x="72" y="369"/>
                    <a:pt x="108" y="369"/>
                    <a:pt x="132" y="369"/>
                  </a:cubicBezTo>
                  <a:cubicBezTo>
                    <a:pt x="167" y="369"/>
                    <a:pt x="191" y="358"/>
                    <a:pt x="227" y="346"/>
                  </a:cubicBezTo>
                  <a:lnTo>
                    <a:pt x="358" y="215"/>
                  </a:lnTo>
                  <a:cubicBezTo>
                    <a:pt x="405" y="167"/>
                    <a:pt x="405" y="72"/>
                    <a:pt x="358" y="36"/>
                  </a:cubicBezTo>
                  <a:cubicBezTo>
                    <a:pt x="334" y="12"/>
                    <a:pt x="301" y="0"/>
                    <a:pt x="2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1781;p80">
              <a:extLst>
                <a:ext uri="{FF2B5EF4-FFF2-40B4-BE49-F238E27FC236}">
                  <a16:creationId xmlns:a16="http://schemas.microsoft.com/office/drawing/2014/main" xmlns="" id="{F2602617-019D-3541-A631-23761C55C163}"/>
                </a:ext>
              </a:extLst>
            </p:cNvPr>
            <p:cNvSpPr/>
            <p:nvPr/>
          </p:nvSpPr>
          <p:spPr>
            <a:xfrm>
              <a:off x="6304657" y="1653823"/>
              <a:ext cx="14036" cy="10567"/>
            </a:xfrm>
            <a:custGeom>
              <a:avLst/>
              <a:gdLst/>
              <a:ahLst/>
              <a:cxnLst/>
              <a:rect l="l" t="t" r="r" b="b"/>
              <a:pathLst>
                <a:path w="441" h="332" extrusionOk="0">
                  <a:moveTo>
                    <a:pt x="143" y="0"/>
                  </a:moveTo>
                  <a:cubicBezTo>
                    <a:pt x="97" y="0"/>
                    <a:pt x="51" y="25"/>
                    <a:pt x="24" y="69"/>
                  </a:cubicBezTo>
                  <a:cubicBezTo>
                    <a:pt x="0" y="129"/>
                    <a:pt x="24" y="212"/>
                    <a:pt x="84" y="236"/>
                  </a:cubicBezTo>
                  <a:lnTo>
                    <a:pt x="250" y="307"/>
                  </a:lnTo>
                  <a:cubicBezTo>
                    <a:pt x="262" y="307"/>
                    <a:pt x="274" y="331"/>
                    <a:pt x="298" y="331"/>
                  </a:cubicBezTo>
                  <a:cubicBezTo>
                    <a:pt x="334" y="331"/>
                    <a:pt x="381" y="295"/>
                    <a:pt x="417" y="260"/>
                  </a:cubicBezTo>
                  <a:cubicBezTo>
                    <a:pt x="441" y="200"/>
                    <a:pt x="417" y="117"/>
                    <a:pt x="358" y="93"/>
                  </a:cubicBezTo>
                  <a:lnTo>
                    <a:pt x="191" y="10"/>
                  </a:lnTo>
                  <a:cubicBezTo>
                    <a:pt x="176" y="3"/>
                    <a:pt x="159" y="0"/>
                    <a:pt x="14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1782;p80">
              <a:extLst>
                <a:ext uri="{FF2B5EF4-FFF2-40B4-BE49-F238E27FC236}">
                  <a16:creationId xmlns:a16="http://schemas.microsoft.com/office/drawing/2014/main" xmlns="" id="{B1B08B43-2D28-B549-B533-2E067E356F71}"/>
                </a:ext>
              </a:extLst>
            </p:cNvPr>
            <p:cNvSpPr/>
            <p:nvPr/>
          </p:nvSpPr>
          <p:spPr>
            <a:xfrm>
              <a:off x="6469874" y="1724511"/>
              <a:ext cx="14068" cy="10344"/>
            </a:xfrm>
            <a:custGeom>
              <a:avLst/>
              <a:gdLst/>
              <a:ahLst/>
              <a:cxnLst/>
              <a:rect l="l" t="t" r="r" b="b"/>
              <a:pathLst>
                <a:path w="442" h="325" extrusionOk="0">
                  <a:moveTo>
                    <a:pt x="140" y="1"/>
                  </a:moveTo>
                  <a:cubicBezTo>
                    <a:pt x="95" y="1"/>
                    <a:pt x="50" y="31"/>
                    <a:pt x="24" y="75"/>
                  </a:cubicBezTo>
                  <a:cubicBezTo>
                    <a:pt x="1" y="134"/>
                    <a:pt x="24" y="206"/>
                    <a:pt x="84" y="241"/>
                  </a:cubicBezTo>
                  <a:lnTo>
                    <a:pt x="251" y="313"/>
                  </a:lnTo>
                  <a:cubicBezTo>
                    <a:pt x="263" y="313"/>
                    <a:pt x="286" y="325"/>
                    <a:pt x="298" y="325"/>
                  </a:cubicBezTo>
                  <a:cubicBezTo>
                    <a:pt x="346" y="325"/>
                    <a:pt x="382" y="301"/>
                    <a:pt x="417" y="253"/>
                  </a:cubicBezTo>
                  <a:cubicBezTo>
                    <a:pt x="441" y="194"/>
                    <a:pt x="417" y="122"/>
                    <a:pt x="358" y="86"/>
                  </a:cubicBezTo>
                  <a:lnTo>
                    <a:pt x="191" y="15"/>
                  </a:lnTo>
                  <a:cubicBezTo>
                    <a:pt x="175" y="5"/>
                    <a:pt x="157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1783;p80">
              <a:extLst>
                <a:ext uri="{FF2B5EF4-FFF2-40B4-BE49-F238E27FC236}">
                  <a16:creationId xmlns:a16="http://schemas.microsoft.com/office/drawing/2014/main" xmlns="" id="{70FBBEEF-58F9-7D45-8DDA-0F05AD13B43C}"/>
                </a:ext>
              </a:extLst>
            </p:cNvPr>
            <p:cNvSpPr/>
            <p:nvPr/>
          </p:nvSpPr>
          <p:spPr>
            <a:xfrm>
              <a:off x="6424392" y="1605158"/>
              <a:ext cx="11394" cy="13368"/>
            </a:xfrm>
            <a:custGeom>
              <a:avLst/>
              <a:gdLst/>
              <a:ahLst/>
              <a:cxnLst/>
              <a:rect l="l" t="t" r="r" b="b"/>
              <a:pathLst>
                <a:path w="358" h="420" extrusionOk="0">
                  <a:moveTo>
                    <a:pt x="212" y="0"/>
                  </a:moveTo>
                  <a:cubicBezTo>
                    <a:pt x="168" y="0"/>
                    <a:pt x="125" y="31"/>
                    <a:pt x="108" y="74"/>
                  </a:cubicBezTo>
                  <a:lnTo>
                    <a:pt x="25" y="229"/>
                  </a:lnTo>
                  <a:cubicBezTo>
                    <a:pt x="1" y="288"/>
                    <a:pt x="25" y="372"/>
                    <a:pt x="84" y="396"/>
                  </a:cubicBezTo>
                  <a:cubicBezTo>
                    <a:pt x="108" y="419"/>
                    <a:pt x="120" y="419"/>
                    <a:pt x="132" y="419"/>
                  </a:cubicBezTo>
                  <a:cubicBezTo>
                    <a:pt x="179" y="419"/>
                    <a:pt x="215" y="384"/>
                    <a:pt x="251" y="336"/>
                  </a:cubicBezTo>
                  <a:lnTo>
                    <a:pt x="322" y="181"/>
                  </a:lnTo>
                  <a:cubicBezTo>
                    <a:pt x="358" y="122"/>
                    <a:pt x="322" y="38"/>
                    <a:pt x="263" y="15"/>
                  </a:cubicBezTo>
                  <a:cubicBezTo>
                    <a:pt x="246" y="5"/>
                    <a:pt x="229" y="0"/>
                    <a:pt x="2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1784;p80">
              <a:extLst>
                <a:ext uri="{FF2B5EF4-FFF2-40B4-BE49-F238E27FC236}">
                  <a16:creationId xmlns:a16="http://schemas.microsoft.com/office/drawing/2014/main" xmlns="" id="{C41C05D3-9EA0-9C44-B011-3328AF4E31E4}"/>
                </a:ext>
              </a:extLst>
            </p:cNvPr>
            <p:cNvSpPr/>
            <p:nvPr/>
          </p:nvSpPr>
          <p:spPr>
            <a:xfrm>
              <a:off x="6353926" y="1770916"/>
              <a:ext cx="11394" cy="13208"/>
            </a:xfrm>
            <a:custGeom>
              <a:avLst/>
              <a:gdLst/>
              <a:ahLst/>
              <a:cxnLst/>
              <a:rect l="l" t="t" r="r" b="b"/>
              <a:pathLst>
                <a:path w="358" h="415" extrusionOk="0">
                  <a:moveTo>
                    <a:pt x="214" y="0"/>
                  </a:moveTo>
                  <a:cubicBezTo>
                    <a:pt x="168" y="0"/>
                    <a:pt x="122" y="25"/>
                    <a:pt x="96" y="69"/>
                  </a:cubicBezTo>
                  <a:lnTo>
                    <a:pt x="24" y="236"/>
                  </a:lnTo>
                  <a:cubicBezTo>
                    <a:pt x="0" y="295"/>
                    <a:pt x="24" y="367"/>
                    <a:pt x="84" y="402"/>
                  </a:cubicBezTo>
                  <a:cubicBezTo>
                    <a:pt x="96" y="402"/>
                    <a:pt x="119" y="414"/>
                    <a:pt x="131" y="414"/>
                  </a:cubicBezTo>
                  <a:cubicBezTo>
                    <a:pt x="179" y="414"/>
                    <a:pt x="215" y="391"/>
                    <a:pt x="250" y="343"/>
                  </a:cubicBezTo>
                  <a:lnTo>
                    <a:pt x="322" y="176"/>
                  </a:lnTo>
                  <a:cubicBezTo>
                    <a:pt x="357" y="117"/>
                    <a:pt x="322" y="45"/>
                    <a:pt x="262" y="10"/>
                  </a:cubicBezTo>
                  <a:cubicBezTo>
                    <a:pt x="247" y="3"/>
                    <a:pt x="231" y="0"/>
                    <a:pt x="2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1785;p80">
              <a:extLst>
                <a:ext uri="{FF2B5EF4-FFF2-40B4-BE49-F238E27FC236}">
                  <a16:creationId xmlns:a16="http://schemas.microsoft.com/office/drawing/2014/main" xmlns="" id="{8A91710C-7D7A-554D-AA6C-F6D0CFC189D4}"/>
                </a:ext>
              </a:extLst>
            </p:cNvPr>
            <p:cNvSpPr/>
            <p:nvPr/>
          </p:nvSpPr>
          <p:spPr>
            <a:xfrm>
              <a:off x="6355040" y="1604363"/>
              <a:ext cx="11044" cy="13399"/>
            </a:xfrm>
            <a:custGeom>
              <a:avLst/>
              <a:gdLst/>
              <a:ahLst/>
              <a:cxnLst/>
              <a:rect l="l" t="t" r="r" b="b"/>
              <a:pathLst>
                <a:path w="347" h="421" extrusionOk="0">
                  <a:moveTo>
                    <a:pt x="127" y="1"/>
                  </a:moveTo>
                  <a:cubicBezTo>
                    <a:pt x="116" y="1"/>
                    <a:pt x="106" y="2"/>
                    <a:pt x="96" y="4"/>
                  </a:cubicBezTo>
                  <a:cubicBezTo>
                    <a:pt x="37" y="40"/>
                    <a:pt x="1" y="111"/>
                    <a:pt x="25" y="171"/>
                  </a:cubicBezTo>
                  <a:lnTo>
                    <a:pt x="96" y="337"/>
                  </a:lnTo>
                  <a:cubicBezTo>
                    <a:pt x="120" y="397"/>
                    <a:pt x="168" y="421"/>
                    <a:pt x="215" y="421"/>
                  </a:cubicBezTo>
                  <a:cubicBezTo>
                    <a:pt x="227" y="421"/>
                    <a:pt x="239" y="421"/>
                    <a:pt x="263" y="409"/>
                  </a:cubicBezTo>
                  <a:cubicBezTo>
                    <a:pt x="322" y="373"/>
                    <a:pt x="346" y="301"/>
                    <a:pt x="334" y="242"/>
                  </a:cubicBezTo>
                  <a:lnTo>
                    <a:pt x="263" y="75"/>
                  </a:lnTo>
                  <a:cubicBezTo>
                    <a:pt x="233" y="26"/>
                    <a:pt x="179" y="1"/>
                    <a:pt x="1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1786;p80">
              <a:extLst>
                <a:ext uri="{FF2B5EF4-FFF2-40B4-BE49-F238E27FC236}">
                  <a16:creationId xmlns:a16="http://schemas.microsoft.com/office/drawing/2014/main" xmlns="" id="{48D16E7F-5BBF-3C43-A841-348D78F70478}"/>
                </a:ext>
              </a:extLst>
            </p:cNvPr>
            <p:cNvSpPr/>
            <p:nvPr/>
          </p:nvSpPr>
          <p:spPr>
            <a:xfrm>
              <a:off x="6422514" y="1771489"/>
              <a:ext cx="11012" cy="13017"/>
            </a:xfrm>
            <a:custGeom>
              <a:avLst/>
              <a:gdLst/>
              <a:ahLst/>
              <a:cxnLst/>
              <a:rect l="l" t="t" r="r" b="b"/>
              <a:pathLst>
                <a:path w="346" h="409" extrusionOk="0">
                  <a:moveTo>
                    <a:pt x="151" y="1"/>
                  </a:moveTo>
                  <a:cubicBezTo>
                    <a:pt x="130" y="1"/>
                    <a:pt x="107" y="5"/>
                    <a:pt x="84" y="15"/>
                  </a:cubicBezTo>
                  <a:cubicBezTo>
                    <a:pt x="24" y="39"/>
                    <a:pt x="0" y="111"/>
                    <a:pt x="12" y="170"/>
                  </a:cubicBezTo>
                  <a:lnTo>
                    <a:pt x="84" y="337"/>
                  </a:lnTo>
                  <a:cubicBezTo>
                    <a:pt x="107" y="384"/>
                    <a:pt x="143" y="408"/>
                    <a:pt x="203" y="408"/>
                  </a:cubicBezTo>
                  <a:cubicBezTo>
                    <a:pt x="227" y="408"/>
                    <a:pt x="238" y="408"/>
                    <a:pt x="250" y="396"/>
                  </a:cubicBezTo>
                  <a:cubicBezTo>
                    <a:pt x="310" y="373"/>
                    <a:pt x="346" y="289"/>
                    <a:pt x="322" y="230"/>
                  </a:cubicBezTo>
                  <a:lnTo>
                    <a:pt x="250" y="63"/>
                  </a:lnTo>
                  <a:cubicBezTo>
                    <a:pt x="242" y="29"/>
                    <a:pt x="203" y="1"/>
                    <a:pt x="1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1787;p80">
              <a:extLst>
                <a:ext uri="{FF2B5EF4-FFF2-40B4-BE49-F238E27FC236}">
                  <a16:creationId xmlns:a16="http://schemas.microsoft.com/office/drawing/2014/main" xmlns="" id="{50EE2A3C-E23D-AC49-B386-5627D0D8F527}"/>
                </a:ext>
              </a:extLst>
            </p:cNvPr>
            <p:cNvSpPr/>
            <p:nvPr/>
          </p:nvSpPr>
          <p:spPr>
            <a:xfrm>
              <a:off x="6470637" y="1655541"/>
              <a:ext cx="14036" cy="10726"/>
            </a:xfrm>
            <a:custGeom>
              <a:avLst/>
              <a:gdLst/>
              <a:ahLst/>
              <a:cxnLst/>
              <a:rect l="l" t="t" r="r" b="b"/>
              <a:pathLst>
                <a:path w="441" h="337" extrusionOk="0">
                  <a:moveTo>
                    <a:pt x="293" y="0"/>
                  </a:moveTo>
                  <a:cubicBezTo>
                    <a:pt x="282" y="0"/>
                    <a:pt x="272" y="1"/>
                    <a:pt x="262" y="3"/>
                  </a:cubicBezTo>
                  <a:lnTo>
                    <a:pt x="96" y="75"/>
                  </a:lnTo>
                  <a:cubicBezTo>
                    <a:pt x="36" y="110"/>
                    <a:pt x="0" y="182"/>
                    <a:pt x="24" y="241"/>
                  </a:cubicBezTo>
                  <a:cubicBezTo>
                    <a:pt x="48" y="301"/>
                    <a:pt x="96" y="337"/>
                    <a:pt x="143" y="337"/>
                  </a:cubicBezTo>
                  <a:cubicBezTo>
                    <a:pt x="155" y="337"/>
                    <a:pt x="167" y="337"/>
                    <a:pt x="179" y="313"/>
                  </a:cubicBezTo>
                  <a:lnTo>
                    <a:pt x="346" y="241"/>
                  </a:lnTo>
                  <a:cubicBezTo>
                    <a:pt x="405" y="217"/>
                    <a:pt x="441" y="134"/>
                    <a:pt x="417" y="75"/>
                  </a:cubicBezTo>
                  <a:cubicBezTo>
                    <a:pt x="397" y="25"/>
                    <a:pt x="344" y="0"/>
                    <a:pt x="2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1788;p80">
              <a:extLst>
                <a:ext uri="{FF2B5EF4-FFF2-40B4-BE49-F238E27FC236}">
                  <a16:creationId xmlns:a16="http://schemas.microsoft.com/office/drawing/2014/main" xmlns="" id="{431EA8C2-26EC-834E-BF71-0917ACFBD48F}"/>
                </a:ext>
              </a:extLst>
            </p:cNvPr>
            <p:cNvSpPr/>
            <p:nvPr/>
          </p:nvSpPr>
          <p:spPr>
            <a:xfrm>
              <a:off x="6303893" y="1723175"/>
              <a:ext cx="13686" cy="10153"/>
            </a:xfrm>
            <a:custGeom>
              <a:avLst/>
              <a:gdLst/>
              <a:ahLst/>
              <a:cxnLst/>
              <a:rect l="l" t="t" r="r" b="b"/>
              <a:pathLst>
                <a:path w="430" h="319" extrusionOk="0">
                  <a:moveTo>
                    <a:pt x="317" y="0"/>
                  </a:moveTo>
                  <a:cubicBezTo>
                    <a:pt x="299" y="0"/>
                    <a:pt x="281" y="3"/>
                    <a:pt x="263" y="9"/>
                  </a:cubicBezTo>
                  <a:lnTo>
                    <a:pt x="96" y="81"/>
                  </a:lnTo>
                  <a:cubicBezTo>
                    <a:pt x="36" y="117"/>
                    <a:pt x="1" y="188"/>
                    <a:pt x="24" y="248"/>
                  </a:cubicBezTo>
                  <a:cubicBezTo>
                    <a:pt x="36" y="295"/>
                    <a:pt x="84" y="319"/>
                    <a:pt x="144" y="319"/>
                  </a:cubicBezTo>
                  <a:cubicBezTo>
                    <a:pt x="155" y="319"/>
                    <a:pt x="167" y="319"/>
                    <a:pt x="179" y="307"/>
                  </a:cubicBezTo>
                  <a:lnTo>
                    <a:pt x="346" y="236"/>
                  </a:lnTo>
                  <a:cubicBezTo>
                    <a:pt x="405" y="200"/>
                    <a:pt x="429" y="128"/>
                    <a:pt x="417" y="69"/>
                  </a:cubicBezTo>
                  <a:cubicBezTo>
                    <a:pt x="409" y="25"/>
                    <a:pt x="367" y="0"/>
                    <a:pt x="3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" name="Google Shape;2128;p54">
            <a:extLst>
              <a:ext uri="{FF2B5EF4-FFF2-40B4-BE49-F238E27FC236}">
                <a16:creationId xmlns:a16="http://schemas.microsoft.com/office/drawing/2014/main" xmlns="" id="{D3EAC12E-B2D3-BA44-980D-5E8E4CFB87C7}"/>
              </a:ext>
            </a:extLst>
          </p:cNvPr>
          <p:cNvSpPr txBox="1"/>
          <p:nvPr/>
        </p:nvSpPr>
        <p:spPr>
          <a:xfrm>
            <a:off x="6729192" y="1650790"/>
            <a:ext cx="139036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 err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Durata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81" name="Google Shape;2126;p54">
            <a:extLst>
              <a:ext uri="{FF2B5EF4-FFF2-40B4-BE49-F238E27FC236}">
                <a16:creationId xmlns:a16="http://schemas.microsoft.com/office/drawing/2014/main" xmlns="" id="{74686D69-CE3D-A347-984F-B261B7CC064B}"/>
              </a:ext>
            </a:extLst>
          </p:cNvPr>
          <p:cNvSpPr txBox="1"/>
          <p:nvPr/>
        </p:nvSpPr>
        <p:spPr>
          <a:xfrm>
            <a:off x="6476386" y="2288648"/>
            <a:ext cx="196528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 b="1" dirty="0" smtClean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&lt;#durata#&gt;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" name="Google Shape;2126;p54">
            <a:extLst>
              <a:ext uri="{FF2B5EF4-FFF2-40B4-BE49-F238E27FC236}">
                <a16:creationId xmlns:a16="http://schemas.microsoft.com/office/drawing/2014/main" xmlns="" id="{8D7483E2-B438-394F-ADED-9DD946114959}"/>
              </a:ext>
            </a:extLst>
          </p:cNvPr>
          <p:cNvSpPr txBox="1"/>
          <p:nvPr/>
        </p:nvSpPr>
        <p:spPr>
          <a:xfrm>
            <a:off x="6436369" y="2560057"/>
            <a:ext cx="196528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 b="1" dirty="0" smtClean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minuti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08710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4" name="Google Shape;1534;p39"/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5" name="Google Shape;1535;p39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6" name="Google Shape;1536;p39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39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8" name="Google Shape;1538;p39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9" name="Google Shape;1539;p3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40" name="Google Shape;1540;p3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1" name="Google Shape;1541;p3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CasellaDiTesto 3">
            <a:extLst>
              <a:ext uri="{FF2B5EF4-FFF2-40B4-BE49-F238E27FC236}">
                <a16:creationId xmlns:a16="http://schemas.microsoft.com/office/drawing/2014/main" xmlns="" id="{0CD81CF2-F42E-3E45-A2CB-035CA4BDFB0C}"/>
              </a:ext>
            </a:extLst>
          </p:cNvPr>
          <p:cNvSpPr txBox="1"/>
          <p:nvPr/>
        </p:nvSpPr>
        <p:spPr>
          <a:xfrm>
            <a:off x="2985247" y="2079812"/>
            <a:ext cx="23920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6A8759"/>
                </a:solidFill>
                <a:effectLst/>
              </a:rPr>
              <a:t>{{{</a:t>
            </a:r>
            <a:r>
              <a:rPr lang="it-IT" dirty="0" err="1">
                <a:solidFill>
                  <a:srgbClr val="6A8759"/>
                </a:solidFill>
                <a:effectLst/>
              </a:rPr>
              <a:t>verificaPrerequisiti.pptx</a:t>
            </a:r>
            <a:r>
              <a:rPr lang="it-IT" dirty="0">
                <a:solidFill>
                  <a:srgbClr val="6A8759"/>
                </a:solidFill>
                <a:effectLst/>
              </a:rPr>
              <a:t>}}}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xmlns="" val="2389883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Google Shape;1842;p46"/>
          <p:cNvSpPr txBox="1">
            <a:spLocks noGrp="1"/>
          </p:cNvSpPr>
          <p:nvPr>
            <p:ph type="title"/>
          </p:nvPr>
        </p:nvSpPr>
        <p:spPr>
          <a:xfrm>
            <a:off x="720000" y="596900"/>
            <a:ext cx="7636600" cy="8372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Obiettivi della lezione</a:t>
            </a:r>
            <a:endParaRPr dirty="0"/>
          </a:p>
        </p:txBody>
      </p:sp>
      <p:grpSp>
        <p:nvGrpSpPr>
          <p:cNvPr id="2" name="Google Shape;1844;p46"/>
          <p:cNvGrpSpPr/>
          <p:nvPr/>
        </p:nvGrpSpPr>
        <p:grpSpPr>
          <a:xfrm>
            <a:off x="-74792" y="1766169"/>
            <a:ext cx="480890" cy="481200"/>
            <a:chOff x="959750" y="3039275"/>
            <a:chExt cx="582050" cy="582425"/>
          </a:xfrm>
        </p:grpSpPr>
        <p:sp>
          <p:nvSpPr>
            <p:cNvPr id="1845" name="Google Shape;1845;p46"/>
            <p:cNvSpPr/>
            <p:nvPr/>
          </p:nvSpPr>
          <p:spPr>
            <a:xfrm>
              <a:off x="959750" y="3498275"/>
              <a:ext cx="123450" cy="123425"/>
            </a:xfrm>
            <a:custGeom>
              <a:avLst/>
              <a:gdLst/>
              <a:ahLst/>
              <a:cxnLst/>
              <a:rect l="l" t="t" r="r" b="b"/>
              <a:pathLst>
                <a:path w="4938" h="4937" extrusionOk="0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46"/>
            <p:cNvSpPr/>
            <p:nvPr/>
          </p:nvSpPr>
          <p:spPr>
            <a:xfrm>
              <a:off x="1035950" y="3421700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46"/>
            <p:cNvSpPr/>
            <p:nvPr/>
          </p:nvSpPr>
          <p:spPr>
            <a:xfrm>
              <a:off x="1112500" y="3345525"/>
              <a:ext cx="123825" cy="123450"/>
            </a:xfrm>
            <a:custGeom>
              <a:avLst/>
              <a:gdLst/>
              <a:ahLst/>
              <a:cxnLst/>
              <a:rect l="l" t="t" r="r" b="b"/>
              <a:pathLst>
                <a:path w="4953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46"/>
            <p:cNvSpPr/>
            <p:nvPr/>
          </p:nvSpPr>
          <p:spPr>
            <a:xfrm>
              <a:off x="1188675" y="3268975"/>
              <a:ext cx="123825" cy="123425"/>
            </a:xfrm>
            <a:custGeom>
              <a:avLst/>
              <a:gdLst/>
              <a:ahLst/>
              <a:cxnLst/>
              <a:rect l="l" t="t" r="r" b="b"/>
              <a:pathLst>
                <a:path w="4953" h="4937" extrusionOk="0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46"/>
            <p:cNvSpPr/>
            <p:nvPr/>
          </p:nvSpPr>
          <p:spPr>
            <a:xfrm>
              <a:off x="1265625" y="3192800"/>
              <a:ext cx="123425" cy="123425"/>
            </a:xfrm>
            <a:custGeom>
              <a:avLst/>
              <a:gdLst/>
              <a:ahLst/>
              <a:cxnLst/>
              <a:rect l="l" t="t" r="r" b="b"/>
              <a:pathLst>
                <a:path w="4937" h="4937" extrusionOk="0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46"/>
            <p:cNvSpPr/>
            <p:nvPr/>
          </p:nvSpPr>
          <p:spPr>
            <a:xfrm>
              <a:off x="1341800" y="3116225"/>
              <a:ext cx="123450" cy="123450"/>
            </a:xfrm>
            <a:custGeom>
              <a:avLst/>
              <a:gdLst/>
              <a:ahLst/>
              <a:cxnLst/>
              <a:rect l="l" t="t" r="r" b="b"/>
              <a:pathLst>
                <a:path w="4938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46"/>
            <p:cNvSpPr/>
            <p:nvPr/>
          </p:nvSpPr>
          <p:spPr>
            <a:xfrm>
              <a:off x="1418375" y="3039275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CasellaDiTesto 13">
            <a:extLst>
              <a:ext uri="{FF2B5EF4-FFF2-40B4-BE49-F238E27FC236}">
                <a16:creationId xmlns="" xmlns:a16="http://schemas.microsoft.com/office/drawing/2014/main" id="{78F2DB68-02E5-FF4E-8DD7-F230BE887D78}"/>
              </a:ext>
            </a:extLst>
          </p:cNvPr>
          <p:cNvSpPr txBox="1"/>
          <p:nvPr/>
        </p:nvSpPr>
        <p:spPr>
          <a:xfrm>
            <a:off x="2284285" y="4657141"/>
            <a:ext cx="50632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  <p:sp>
        <p:nvSpPr>
          <p:cNvPr id="17" name="Google Shape;1843;p46">
            <a:extLst>
              <a:ext uri="{FF2B5EF4-FFF2-40B4-BE49-F238E27FC236}">
                <a16:creationId xmlns="" xmlns:a16="http://schemas.microsoft.com/office/drawing/2014/main" id="{BC5769B3-6BDD-FD45-81EF-257B8A5923F2}"/>
              </a:ext>
            </a:extLst>
          </p:cNvPr>
          <p:cNvSpPr txBox="1">
            <a:spLocks/>
          </p:cNvSpPr>
          <p:nvPr/>
        </p:nvSpPr>
        <p:spPr>
          <a:xfrm>
            <a:off x="720000" y="2247369"/>
            <a:ext cx="2328000" cy="466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Font typeface="Open Sans"/>
              <a:buNone/>
            </a:pPr>
            <a:r>
              <a:rPr lang="it-IT" b="1" dirty="0"/>
              <a:t>Abilità/Capacità</a:t>
            </a:r>
          </a:p>
        </p:txBody>
      </p:sp>
      <p:sp>
        <p:nvSpPr>
          <p:cNvPr id="18" name="Google Shape;1843;p46">
            <a:extLst>
              <a:ext uri="{FF2B5EF4-FFF2-40B4-BE49-F238E27FC236}">
                <a16:creationId xmlns="" xmlns:a16="http://schemas.microsoft.com/office/drawing/2014/main" id="{2112E653-D0C7-D644-86C9-037AFC76546B}"/>
              </a:ext>
            </a:extLst>
          </p:cNvPr>
          <p:cNvSpPr txBox="1">
            <a:spLocks/>
          </p:cNvSpPr>
          <p:nvPr/>
        </p:nvSpPr>
        <p:spPr>
          <a:xfrm>
            <a:off x="4815891" y="2268567"/>
            <a:ext cx="2328000" cy="466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Font typeface="Open Sans"/>
              <a:buNone/>
            </a:pPr>
            <a:r>
              <a:rPr lang="it-IT" b="1" dirty="0"/>
              <a:t>Conoscenze</a:t>
            </a:r>
          </a:p>
        </p:txBody>
      </p:sp>
      <p:sp>
        <p:nvSpPr>
          <p:cNvPr id="24" name="Google Shape;2220;p58"/>
          <p:cNvSpPr txBox="1">
            <a:spLocks/>
          </p:cNvSpPr>
          <p:nvPr/>
        </p:nvSpPr>
        <p:spPr>
          <a:xfrm>
            <a:off x="4953601" y="2735556"/>
            <a:ext cx="3401999" cy="1900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Tx/>
              <a:defRPr/>
            </a:pPr>
            <a:r>
              <a:rPr kumimoji="0" lang="it-IT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&lt;#</a:t>
            </a:r>
            <a:r>
              <a:rPr kumimoji="0" lang="it-IT" sz="12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conoscenze.conoscenza</a:t>
            </a:r>
            <a:r>
              <a:rPr lang="it-IT" sz="1200" dirty="0"/>
              <a:t>()(5.26|2.99|3.57|2.0|3.46)</a:t>
            </a:r>
            <a:r>
              <a:rPr kumimoji="0" lang="it-IT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#&gt;</a:t>
            </a:r>
          </a:p>
        </p:txBody>
      </p:sp>
      <p:sp>
        <p:nvSpPr>
          <p:cNvPr id="16" name="Google Shape;2220;p58"/>
          <p:cNvSpPr txBox="1">
            <a:spLocks/>
          </p:cNvSpPr>
          <p:nvPr/>
        </p:nvSpPr>
        <p:spPr>
          <a:xfrm>
            <a:off x="565200" y="2735999"/>
            <a:ext cx="3516470" cy="19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Tx/>
              <a:defRPr/>
            </a:pPr>
            <a:r>
              <a:rPr kumimoji="0" lang="it-IT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&lt;#</a:t>
            </a:r>
            <a:r>
              <a:rPr lang="it-IT" sz="1200" dirty="0" err="1"/>
              <a:t>abilita_capacita</a:t>
            </a:r>
            <a:r>
              <a:rPr lang="it-IT" sz="1200" dirty="0" err="1">
                <a:solidFill>
                  <a:sysClr val="windowText" lastClr="000000"/>
                </a:solidFill>
              </a:rPr>
              <a:t>.</a:t>
            </a:r>
            <a:r>
              <a:rPr lang="it-IT" sz="1200" dirty="0" err="1"/>
              <a:t>abilita</a:t>
            </a:r>
            <a:r>
              <a:rPr lang="it-IT" sz="1200" dirty="0"/>
              <a:t>()(0.61|2.99|3.57|2.0|3.46)</a:t>
            </a:r>
            <a:r>
              <a:rPr kumimoji="0" lang="it-IT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#&gt;</a:t>
            </a:r>
          </a:p>
        </p:txBody>
      </p:sp>
    </p:spTree>
    <p:extLst>
      <p:ext uri="{BB962C8B-B14F-4D97-AF65-F5344CB8AC3E}">
        <p14:creationId xmlns="" xmlns:p14="http://schemas.microsoft.com/office/powerpoint/2010/main" val="3092174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4" name="Google Shape;1534;p39"/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5" name="Google Shape;1535;p39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6" name="Google Shape;1536;p39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39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8" name="Google Shape;1538;p39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9" name="Google Shape;1539;p3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40" name="Google Shape;1540;p3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1" name="Google Shape;1541;p3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CasellaDiTesto 3">
            <a:extLst>
              <a:ext uri="{FF2B5EF4-FFF2-40B4-BE49-F238E27FC236}">
                <a16:creationId xmlns:a16="http://schemas.microsoft.com/office/drawing/2014/main" xmlns="" id="{0CD81CF2-F42E-3E45-A2CB-035CA4BDFB0C}"/>
              </a:ext>
            </a:extLst>
          </p:cNvPr>
          <p:cNvSpPr txBox="1"/>
          <p:nvPr/>
        </p:nvSpPr>
        <p:spPr>
          <a:xfrm>
            <a:off x="2985247" y="2079812"/>
            <a:ext cx="21323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smtClean="0">
                <a:solidFill>
                  <a:srgbClr val="6A8759"/>
                </a:solidFill>
                <a:effectLst/>
              </a:rPr>
              <a:t>{{{</a:t>
            </a:r>
            <a:r>
              <a:rPr lang="it-IT" dirty="0" err="1" smtClean="0">
                <a:solidFill>
                  <a:srgbClr val="6A8759"/>
                </a:solidFill>
                <a:effectLst/>
              </a:rPr>
              <a:t>nucleoCentrale.pptx</a:t>
            </a:r>
            <a:r>
              <a:rPr lang="it-IT" dirty="0">
                <a:solidFill>
                  <a:srgbClr val="6A8759"/>
                </a:solidFill>
                <a:effectLst/>
              </a:rPr>
              <a:t>}}}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xmlns="" val="1363435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534;p39"/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3" name="Google Shape;1535;p39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6" name="Google Shape;1536;p39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39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" name="Google Shape;1538;p39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9" name="Google Shape;1539;p3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40" name="Google Shape;1540;p3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1" name="Google Shape;1541;p3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CasellaDiTesto 3">
            <a:extLst>
              <a:ext uri="{FF2B5EF4-FFF2-40B4-BE49-F238E27FC236}">
                <a16:creationId xmlns="" xmlns:a16="http://schemas.microsoft.com/office/drawing/2014/main" id="{0CD81CF2-F42E-3E45-A2CB-035CA4BDFB0C}"/>
              </a:ext>
            </a:extLst>
          </p:cNvPr>
          <p:cNvSpPr txBox="1"/>
          <p:nvPr/>
        </p:nvSpPr>
        <p:spPr>
          <a:xfrm>
            <a:off x="2985247" y="2079812"/>
            <a:ext cx="21435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smtClean="0">
                <a:solidFill>
                  <a:srgbClr val="6A8759"/>
                </a:solidFill>
                <a:effectLst/>
              </a:rPr>
              <a:t>{{{</a:t>
            </a:r>
            <a:r>
              <a:rPr lang="it-IT" dirty="0" err="1" smtClean="0">
                <a:solidFill>
                  <a:srgbClr val="6A8759"/>
                </a:solidFill>
                <a:effectLst/>
              </a:rPr>
              <a:t>riepilogo</a:t>
            </a:r>
            <a:r>
              <a:rPr lang="it-IT" dirty="0" err="1" smtClean="0">
                <a:solidFill>
                  <a:srgbClr val="6A8759"/>
                </a:solidFill>
              </a:rPr>
              <a:t>Attivita</a:t>
            </a:r>
            <a:r>
              <a:rPr lang="it-IT" dirty="0" err="1" smtClean="0">
                <a:solidFill>
                  <a:srgbClr val="6A8759"/>
                </a:solidFill>
                <a:effectLst/>
              </a:rPr>
              <a:t>.pptx</a:t>
            </a:r>
            <a:r>
              <a:rPr lang="it-IT" dirty="0">
                <a:solidFill>
                  <a:srgbClr val="6A8759"/>
                </a:solidFill>
                <a:effectLst/>
              </a:rPr>
              <a:t>}}}</a:t>
            </a:r>
            <a:endParaRPr lang="it-IT" dirty="0"/>
          </a:p>
        </p:txBody>
      </p:sp>
    </p:spTree>
    <p:extLst>
      <p:ext uri="{BB962C8B-B14F-4D97-AF65-F5344CB8AC3E}">
        <p14:creationId xmlns="" xmlns:p14="http://schemas.microsoft.com/office/powerpoint/2010/main" val="4237448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38"/>
          <p:cNvSpPr txBox="1">
            <a:spLocks noGrp="1"/>
          </p:cNvSpPr>
          <p:nvPr>
            <p:ph type="title" idx="2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1486" name="Google Shape;1486;p38"/>
          <p:cNvGrpSpPr/>
          <p:nvPr/>
        </p:nvGrpSpPr>
        <p:grpSpPr>
          <a:xfrm>
            <a:off x="-377424" y="3367502"/>
            <a:ext cx="3922590" cy="2969900"/>
            <a:chOff x="-374387" y="3354325"/>
            <a:chExt cx="3922590" cy="2969900"/>
          </a:xfrm>
        </p:grpSpPr>
        <p:pic>
          <p:nvPicPr>
            <p:cNvPr id="1487" name="Google Shape;1487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8" name="Google Shape;1488;p38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89" name="Google Shape;1489;p3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3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92" name="Google Shape;1492;p38"/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720015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&lt;#</a:t>
            </a:r>
            <a:r>
              <a:rPr lang="en" dirty="0" err="1"/>
              <a:t>titolo_lezione</a:t>
            </a:r>
            <a:r>
              <a:rPr lang="en" dirty="0"/>
              <a:t>#&gt;</a:t>
            </a:r>
            <a:endParaRPr dirty="0"/>
          </a:p>
        </p:txBody>
      </p:sp>
      <p:grpSp>
        <p:nvGrpSpPr>
          <p:cNvPr id="1493" name="Google Shape;1493;p38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494" name="Google Shape;1494;p38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8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9" name="Google Shape;1499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00" name="Google Shape;1500;p38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501" name="Google Shape;1501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8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09" name="Google Shape;1509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6" name="Google Shape;1516;p38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17" name="Google Shape;1517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9" name="Google Shape;1519;p38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20" name="Google Shape;1520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2" name="Google Shape;1522;p38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3" name="Google Shape;1523;p38"/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1524" name="Google Shape;1524;p3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25" name="Google Shape;1525;p3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6" name="Google Shape;1526;p3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85" name="Google Shape;1485;p38"/>
          <p:cNvSpPr txBox="1">
            <a:spLocks noGrp="1"/>
          </p:cNvSpPr>
          <p:nvPr>
            <p:ph type="subTitle" idx="1"/>
          </p:nvPr>
        </p:nvSpPr>
        <p:spPr>
          <a:xfrm>
            <a:off x="720000" y="3252375"/>
            <a:ext cx="720015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err="1"/>
              <a:t>Fase</a:t>
            </a:r>
            <a:r>
              <a:rPr lang="en" sz="1800" dirty="0"/>
              <a:t> </a:t>
            </a:r>
            <a:r>
              <a:rPr lang="en" sz="1800" dirty="0" err="1"/>
              <a:t>conclusiva</a:t>
            </a:r>
            <a:endParaRPr sz="1800" dirty="0"/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xmlns="" id="{32C83A88-CE58-6B43-B8A8-884F1A1B0C48}"/>
              </a:ext>
            </a:extLst>
          </p:cNvPr>
          <p:cNvSpPr txBox="1"/>
          <p:nvPr/>
        </p:nvSpPr>
        <p:spPr>
          <a:xfrm>
            <a:off x="2284285" y="4657141"/>
            <a:ext cx="50632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</p:spTree>
    <p:extLst>
      <p:ext uri="{BB962C8B-B14F-4D97-AF65-F5344CB8AC3E}">
        <p14:creationId xmlns:p14="http://schemas.microsoft.com/office/powerpoint/2010/main" xmlns="" val="39309068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4" name="Google Shape;1534;p39"/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5" name="Google Shape;1535;p39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6" name="Google Shape;1536;p39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39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8" name="Google Shape;1538;p39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9" name="Google Shape;1539;p3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40" name="Google Shape;1540;p3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1" name="Google Shape;1541;p3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CasellaDiTesto 3">
            <a:extLst>
              <a:ext uri="{FF2B5EF4-FFF2-40B4-BE49-F238E27FC236}">
                <a16:creationId xmlns:a16="http://schemas.microsoft.com/office/drawing/2014/main" xmlns="" id="{0CD81CF2-F42E-3E45-A2CB-035CA4BDFB0C}"/>
              </a:ext>
            </a:extLst>
          </p:cNvPr>
          <p:cNvSpPr txBox="1"/>
          <p:nvPr/>
        </p:nvSpPr>
        <p:spPr>
          <a:xfrm>
            <a:off x="2985247" y="2079812"/>
            <a:ext cx="22317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6A8759"/>
                </a:solidFill>
                <a:effectLst/>
              </a:rPr>
              <a:t>{{{</a:t>
            </a:r>
            <a:r>
              <a:rPr lang="it-IT" dirty="0" err="1">
                <a:solidFill>
                  <a:srgbClr val="6A8759"/>
                </a:solidFill>
              </a:rPr>
              <a:t>compitoProdotto</a:t>
            </a:r>
            <a:r>
              <a:rPr lang="it-IT" dirty="0" err="1">
                <a:solidFill>
                  <a:srgbClr val="6A8759"/>
                </a:solidFill>
                <a:effectLst/>
              </a:rPr>
              <a:t>.pptx</a:t>
            </a:r>
            <a:r>
              <a:rPr lang="it-IT" dirty="0">
                <a:solidFill>
                  <a:srgbClr val="6A8759"/>
                </a:solidFill>
                <a:effectLst/>
              </a:rPr>
              <a:t>}}}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xmlns="" val="20488602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Google Shape;1842;p46"/>
          <p:cNvSpPr txBox="1">
            <a:spLocks noGrp="1"/>
          </p:cNvSpPr>
          <p:nvPr>
            <p:ph type="title"/>
          </p:nvPr>
        </p:nvSpPr>
        <p:spPr>
          <a:xfrm>
            <a:off x="719999" y="596900"/>
            <a:ext cx="7806483" cy="8372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Fase 3: Verifica degli obiettivi</a:t>
            </a:r>
            <a:endParaRPr dirty="0"/>
          </a:p>
        </p:txBody>
      </p:sp>
      <p:grpSp>
        <p:nvGrpSpPr>
          <p:cNvPr id="2" name="Google Shape;1844;p46"/>
          <p:cNvGrpSpPr/>
          <p:nvPr/>
        </p:nvGrpSpPr>
        <p:grpSpPr>
          <a:xfrm>
            <a:off x="-74792" y="1766169"/>
            <a:ext cx="480890" cy="481200"/>
            <a:chOff x="959750" y="3039275"/>
            <a:chExt cx="582050" cy="582425"/>
          </a:xfrm>
        </p:grpSpPr>
        <p:sp>
          <p:nvSpPr>
            <p:cNvPr id="1845" name="Google Shape;1845;p46"/>
            <p:cNvSpPr/>
            <p:nvPr/>
          </p:nvSpPr>
          <p:spPr>
            <a:xfrm>
              <a:off x="959750" y="3498275"/>
              <a:ext cx="123450" cy="123425"/>
            </a:xfrm>
            <a:custGeom>
              <a:avLst/>
              <a:gdLst/>
              <a:ahLst/>
              <a:cxnLst/>
              <a:rect l="l" t="t" r="r" b="b"/>
              <a:pathLst>
                <a:path w="4938" h="4937" extrusionOk="0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46"/>
            <p:cNvSpPr/>
            <p:nvPr/>
          </p:nvSpPr>
          <p:spPr>
            <a:xfrm>
              <a:off x="1035950" y="3421700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46"/>
            <p:cNvSpPr/>
            <p:nvPr/>
          </p:nvSpPr>
          <p:spPr>
            <a:xfrm>
              <a:off x="1112500" y="3345525"/>
              <a:ext cx="123825" cy="123450"/>
            </a:xfrm>
            <a:custGeom>
              <a:avLst/>
              <a:gdLst/>
              <a:ahLst/>
              <a:cxnLst/>
              <a:rect l="l" t="t" r="r" b="b"/>
              <a:pathLst>
                <a:path w="4953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46"/>
            <p:cNvSpPr/>
            <p:nvPr/>
          </p:nvSpPr>
          <p:spPr>
            <a:xfrm>
              <a:off x="1188675" y="3268975"/>
              <a:ext cx="123825" cy="123425"/>
            </a:xfrm>
            <a:custGeom>
              <a:avLst/>
              <a:gdLst/>
              <a:ahLst/>
              <a:cxnLst/>
              <a:rect l="l" t="t" r="r" b="b"/>
              <a:pathLst>
                <a:path w="4953" h="4937" extrusionOk="0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46"/>
            <p:cNvSpPr/>
            <p:nvPr/>
          </p:nvSpPr>
          <p:spPr>
            <a:xfrm>
              <a:off x="1265625" y="3192800"/>
              <a:ext cx="123425" cy="123425"/>
            </a:xfrm>
            <a:custGeom>
              <a:avLst/>
              <a:gdLst/>
              <a:ahLst/>
              <a:cxnLst/>
              <a:rect l="l" t="t" r="r" b="b"/>
              <a:pathLst>
                <a:path w="4937" h="4937" extrusionOk="0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46"/>
            <p:cNvSpPr/>
            <p:nvPr/>
          </p:nvSpPr>
          <p:spPr>
            <a:xfrm>
              <a:off x="1341800" y="3116225"/>
              <a:ext cx="123450" cy="123450"/>
            </a:xfrm>
            <a:custGeom>
              <a:avLst/>
              <a:gdLst/>
              <a:ahLst/>
              <a:cxnLst/>
              <a:rect l="l" t="t" r="r" b="b"/>
              <a:pathLst>
                <a:path w="4938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46"/>
            <p:cNvSpPr/>
            <p:nvPr/>
          </p:nvSpPr>
          <p:spPr>
            <a:xfrm>
              <a:off x="1418375" y="3039275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CasellaDiTesto 13">
            <a:extLst>
              <a:ext uri="{FF2B5EF4-FFF2-40B4-BE49-F238E27FC236}">
                <a16:creationId xmlns:a16="http://schemas.microsoft.com/office/drawing/2014/main" xmlns="" id="{78F2DB68-02E5-FF4E-8DD7-F230BE887D78}"/>
              </a:ext>
            </a:extLst>
          </p:cNvPr>
          <p:cNvSpPr txBox="1"/>
          <p:nvPr/>
        </p:nvSpPr>
        <p:spPr>
          <a:xfrm>
            <a:off x="2284285" y="4657141"/>
            <a:ext cx="50632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  <p:sp>
        <p:nvSpPr>
          <p:cNvPr id="18" name="Google Shape;1843;p46">
            <a:extLst>
              <a:ext uri="{FF2B5EF4-FFF2-40B4-BE49-F238E27FC236}">
                <a16:creationId xmlns:a16="http://schemas.microsoft.com/office/drawing/2014/main" xmlns="" id="{20CD1182-BEDF-7448-94C4-55314EBEF0D9}"/>
              </a:ext>
            </a:extLst>
          </p:cNvPr>
          <p:cNvSpPr txBox="1">
            <a:spLocks/>
          </p:cNvSpPr>
          <p:nvPr/>
        </p:nvSpPr>
        <p:spPr>
          <a:xfrm>
            <a:off x="630985" y="2145395"/>
            <a:ext cx="1910334" cy="466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Font typeface="Open Sans"/>
              <a:buNone/>
            </a:pPr>
            <a:r>
              <a:rPr lang="it-IT" b="1" dirty="0"/>
              <a:t>Verifica orale:</a:t>
            </a:r>
            <a:endParaRPr lang="it-IT" dirty="0"/>
          </a:p>
        </p:txBody>
      </p:sp>
      <p:sp>
        <p:nvSpPr>
          <p:cNvPr id="19" name="Google Shape;1843;p46">
            <a:extLst>
              <a:ext uri="{FF2B5EF4-FFF2-40B4-BE49-F238E27FC236}">
                <a16:creationId xmlns:a16="http://schemas.microsoft.com/office/drawing/2014/main" xmlns="" id="{A2A2C26F-58A3-4F42-A9E2-2A9310CB204A}"/>
              </a:ext>
            </a:extLst>
          </p:cNvPr>
          <p:cNvSpPr txBox="1">
            <a:spLocks/>
          </p:cNvSpPr>
          <p:nvPr/>
        </p:nvSpPr>
        <p:spPr>
          <a:xfrm>
            <a:off x="5647516" y="2051903"/>
            <a:ext cx="1910334" cy="466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Font typeface="Open Sans"/>
              <a:buNone/>
            </a:pPr>
            <a:r>
              <a:rPr lang="it-IT" b="1" dirty="0" smtClean="0"/>
              <a:t>Verifica </a:t>
            </a:r>
            <a:r>
              <a:rPr lang="it-IT" b="1" dirty="0"/>
              <a:t>scritta:</a:t>
            </a:r>
            <a:endParaRPr lang="it-IT" dirty="0"/>
          </a:p>
        </p:txBody>
      </p:sp>
      <p:sp>
        <p:nvSpPr>
          <p:cNvPr id="20" name="Google Shape;2220;p58"/>
          <p:cNvSpPr txBox="1">
            <a:spLocks/>
          </p:cNvSpPr>
          <p:nvPr/>
        </p:nvSpPr>
        <p:spPr>
          <a:xfrm>
            <a:off x="720000" y="2612384"/>
            <a:ext cx="316348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Tx/>
              <a:defRPr/>
            </a:pPr>
            <a:r>
              <a:rPr kumimoji="0" lang="it-IT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&lt;#</a:t>
            </a:r>
            <a:r>
              <a:rPr lang="it-IT" sz="1200" dirty="0" err="1"/>
              <a:t>verifica.orali</a:t>
            </a:r>
            <a:r>
              <a:rPr kumimoji="0" lang="it-IT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#&gt;</a:t>
            </a:r>
          </a:p>
        </p:txBody>
      </p:sp>
      <p:sp>
        <p:nvSpPr>
          <p:cNvPr id="23" name="Google Shape;2220;p58"/>
          <p:cNvSpPr txBox="1">
            <a:spLocks/>
          </p:cNvSpPr>
          <p:nvPr/>
        </p:nvSpPr>
        <p:spPr>
          <a:xfrm>
            <a:off x="5193120" y="2612384"/>
            <a:ext cx="316348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Tx/>
              <a:defRPr/>
            </a:pPr>
            <a:r>
              <a:rPr kumimoji="0" lang="it-IT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&lt;#</a:t>
            </a:r>
            <a:r>
              <a:rPr lang="it-IT" sz="1200" dirty="0" err="1"/>
              <a:t>verifica.scritte</a:t>
            </a:r>
            <a:r>
              <a:rPr kumimoji="0" lang="it-IT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#&gt;</a:t>
            </a:r>
          </a:p>
        </p:txBody>
      </p:sp>
    </p:spTree>
    <p:extLst>
      <p:ext uri="{BB962C8B-B14F-4D97-AF65-F5344CB8AC3E}">
        <p14:creationId xmlns:p14="http://schemas.microsoft.com/office/powerpoint/2010/main" xmlns="" val="6151785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Google Shape;1842;p46"/>
          <p:cNvSpPr txBox="1">
            <a:spLocks noGrp="1"/>
          </p:cNvSpPr>
          <p:nvPr>
            <p:ph type="title"/>
          </p:nvPr>
        </p:nvSpPr>
        <p:spPr>
          <a:xfrm>
            <a:off x="720000" y="596900"/>
            <a:ext cx="4360000" cy="8372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Fase 3: Verifica</a:t>
            </a:r>
            <a:endParaRPr dirty="0"/>
          </a:p>
        </p:txBody>
      </p:sp>
      <p:grpSp>
        <p:nvGrpSpPr>
          <p:cNvPr id="1844" name="Google Shape;1844;p46"/>
          <p:cNvGrpSpPr/>
          <p:nvPr/>
        </p:nvGrpSpPr>
        <p:grpSpPr>
          <a:xfrm>
            <a:off x="-74792" y="1766169"/>
            <a:ext cx="480890" cy="481200"/>
            <a:chOff x="959750" y="3039275"/>
            <a:chExt cx="582050" cy="582425"/>
          </a:xfrm>
        </p:grpSpPr>
        <p:sp>
          <p:nvSpPr>
            <p:cNvPr id="1845" name="Google Shape;1845;p46"/>
            <p:cNvSpPr/>
            <p:nvPr/>
          </p:nvSpPr>
          <p:spPr>
            <a:xfrm>
              <a:off x="959750" y="3498275"/>
              <a:ext cx="123450" cy="123425"/>
            </a:xfrm>
            <a:custGeom>
              <a:avLst/>
              <a:gdLst/>
              <a:ahLst/>
              <a:cxnLst/>
              <a:rect l="l" t="t" r="r" b="b"/>
              <a:pathLst>
                <a:path w="4938" h="4937" extrusionOk="0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46"/>
            <p:cNvSpPr/>
            <p:nvPr/>
          </p:nvSpPr>
          <p:spPr>
            <a:xfrm>
              <a:off x="1035950" y="3421700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46"/>
            <p:cNvSpPr/>
            <p:nvPr/>
          </p:nvSpPr>
          <p:spPr>
            <a:xfrm>
              <a:off x="1112500" y="3345525"/>
              <a:ext cx="123825" cy="123450"/>
            </a:xfrm>
            <a:custGeom>
              <a:avLst/>
              <a:gdLst/>
              <a:ahLst/>
              <a:cxnLst/>
              <a:rect l="l" t="t" r="r" b="b"/>
              <a:pathLst>
                <a:path w="4953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46"/>
            <p:cNvSpPr/>
            <p:nvPr/>
          </p:nvSpPr>
          <p:spPr>
            <a:xfrm>
              <a:off x="1188675" y="3268975"/>
              <a:ext cx="123825" cy="123425"/>
            </a:xfrm>
            <a:custGeom>
              <a:avLst/>
              <a:gdLst/>
              <a:ahLst/>
              <a:cxnLst/>
              <a:rect l="l" t="t" r="r" b="b"/>
              <a:pathLst>
                <a:path w="4953" h="4937" extrusionOk="0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46"/>
            <p:cNvSpPr/>
            <p:nvPr/>
          </p:nvSpPr>
          <p:spPr>
            <a:xfrm>
              <a:off x="1265625" y="3192800"/>
              <a:ext cx="123425" cy="123425"/>
            </a:xfrm>
            <a:custGeom>
              <a:avLst/>
              <a:gdLst/>
              <a:ahLst/>
              <a:cxnLst/>
              <a:rect l="l" t="t" r="r" b="b"/>
              <a:pathLst>
                <a:path w="4937" h="4937" extrusionOk="0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46"/>
            <p:cNvSpPr/>
            <p:nvPr/>
          </p:nvSpPr>
          <p:spPr>
            <a:xfrm>
              <a:off x="1341800" y="3116225"/>
              <a:ext cx="123450" cy="123450"/>
            </a:xfrm>
            <a:custGeom>
              <a:avLst/>
              <a:gdLst/>
              <a:ahLst/>
              <a:cxnLst/>
              <a:rect l="l" t="t" r="r" b="b"/>
              <a:pathLst>
                <a:path w="4938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46"/>
            <p:cNvSpPr/>
            <p:nvPr/>
          </p:nvSpPr>
          <p:spPr>
            <a:xfrm>
              <a:off x="1418375" y="3039275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CasellaDiTesto 13">
            <a:extLst>
              <a:ext uri="{FF2B5EF4-FFF2-40B4-BE49-F238E27FC236}">
                <a16:creationId xmlns:a16="http://schemas.microsoft.com/office/drawing/2014/main" xmlns="" id="{78F2DB68-02E5-FF4E-8DD7-F230BE887D78}"/>
              </a:ext>
            </a:extLst>
          </p:cNvPr>
          <p:cNvSpPr txBox="1"/>
          <p:nvPr/>
        </p:nvSpPr>
        <p:spPr>
          <a:xfrm>
            <a:off x="2284285" y="4657141"/>
            <a:ext cx="50632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xmlns="" id="{88728949-49B6-324B-8578-DF22116CE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964" y="1572974"/>
            <a:ext cx="2522071" cy="2522071"/>
          </a:xfrm>
          <a:prstGeom prst="rect">
            <a:avLst/>
          </a:prstGeom>
        </p:spPr>
      </p:pic>
      <p:sp>
        <p:nvSpPr>
          <p:cNvPr id="18" name="Google Shape;1843;p46">
            <a:extLst>
              <a:ext uri="{FF2B5EF4-FFF2-40B4-BE49-F238E27FC236}">
                <a16:creationId xmlns:a16="http://schemas.microsoft.com/office/drawing/2014/main" xmlns="" id="{43ACB5F7-6EE7-CB44-990E-F5B89B29474B}"/>
              </a:ext>
            </a:extLst>
          </p:cNvPr>
          <p:cNvSpPr txBox="1">
            <a:spLocks/>
          </p:cNvSpPr>
          <p:nvPr/>
        </p:nvSpPr>
        <p:spPr>
          <a:xfrm>
            <a:off x="720000" y="2121187"/>
            <a:ext cx="2338250" cy="466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Font typeface="Open Sans"/>
              <a:buNone/>
            </a:pPr>
            <a:r>
              <a:rPr lang="it-IT" dirty="0"/>
              <a:t>Aprire il questionario</a:t>
            </a:r>
          </a:p>
        </p:txBody>
      </p:sp>
    </p:spTree>
    <p:extLst>
      <p:ext uri="{BB962C8B-B14F-4D97-AF65-F5344CB8AC3E}">
        <p14:creationId xmlns:p14="http://schemas.microsoft.com/office/powerpoint/2010/main" xmlns="" val="38315221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39"/>
          <p:cNvSpPr txBox="1">
            <a:spLocks noGrp="1"/>
          </p:cNvSpPr>
          <p:nvPr>
            <p:ph type="title"/>
          </p:nvPr>
        </p:nvSpPr>
        <p:spPr>
          <a:xfrm>
            <a:off x="97700" y="2944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Griglia</a:t>
            </a:r>
            <a:r>
              <a:rPr lang="en" dirty="0"/>
              <a:t> </a:t>
            </a:r>
            <a:r>
              <a:rPr lang="en" dirty="0" err="1"/>
              <a:t>valutativa</a:t>
            </a:r>
            <a:endParaRPr dirty="0"/>
          </a:p>
        </p:txBody>
      </p:sp>
      <p:grpSp>
        <p:nvGrpSpPr>
          <p:cNvPr id="2" name="Google Shape;1534;p39"/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3" name="Google Shape;1535;p39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6" name="Google Shape;1536;p39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39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" name="Google Shape;1538;p39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9" name="Google Shape;1539;p3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40" name="Google Shape;1540;p3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1" name="Google Shape;1541;p3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" name="CasellaDiTesto 14">
            <a:extLst>
              <a:ext uri="{FF2B5EF4-FFF2-40B4-BE49-F238E27FC236}">
                <a16:creationId xmlns:a16="http://schemas.microsoft.com/office/drawing/2014/main" xmlns="" id="{11D712EC-A1AD-5F4D-99CE-A5664862E934}"/>
              </a:ext>
            </a:extLst>
          </p:cNvPr>
          <p:cNvSpPr txBox="1"/>
          <p:nvPr/>
        </p:nvSpPr>
        <p:spPr>
          <a:xfrm>
            <a:off x="303586" y="1007108"/>
            <a:ext cx="8317900" cy="579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>
              <a:lnSpc>
                <a:spcPct val="115000"/>
              </a:lnSpc>
              <a:buClr>
                <a:schemeClr val="dk1"/>
              </a:buClr>
              <a:buSzPts val="1400"/>
            </a:pPr>
            <a:r>
              <a:rPr lang="it-IT" sz="14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&lt;#</a:t>
            </a:r>
            <a:r>
              <a:rPr lang="it-IT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criteri_valutazione.competenze_indicatori.competenza_indicatore(</a:t>
            </a:r>
            <a:r>
              <a:rPr lang="it-IT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Competenza|Indicatore|Livello</a:t>
            </a:r>
            <a:r>
              <a:rPr lang="it-IT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)(0.25|1.3|9.54|3.85|2.75|2.75|4.0)</a:t>
            </a:r>
            <a:r>
              <a:rPr lang="it-IT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#&gt;</a:t>
            </a:r>
            <a:endParaRPr lang="it-IT" sz="14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140574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8" name="Google Shape;2218;p5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Autovalutazione</a:t>
            </a:r>
            <a:endParaRPr dirty="0"/>
          </a:p>
        </p:txBody>
      </p:sp>
      <p:sp>
        <p:nvSpPr>
          <p:cNvPr id="2221" name="Google Shape;2221;p58"/>
          <p:cNvSpPr txBox="1">
            <a:spLocks noGrp="1"/>
          </p:cNvSpPr>
          <p:nvPr>
            <p:ph type="subTitle" idx="3"/>
          </p:nvPr>
        </p:nvSpPr>
        <p:spPr>
          <a:xfrm>
            <a:off x="713225" y="2470068"/>
            <a:ext cx="4013154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Compilate il diario di autovalutazione</a:t>
            </a:r>
            <a:endParaRPr dirty="0"/>
          </a:p>
        </p:txBody>
      </p:sp>
      <p:sp>
        <p:nvSpPr>
          <p:cNvPr id="7" name="CasellaDiTesto 6">
            <a:extLst>
              <a:ext uri="{FF2B5EF4-FFF2-40B4-BE49-F238E27FC236}">
                <a16:creationId xmlns="" xmlns:a16="http://schemas.microsoft.com/office/drawing/2014/main" id="{3D9662A9-DD99-4C4E-BE96-73EA82F993D0}"/>
              </a:ext>
            </a:extLst>
          </p:cNvPr>
          <p:cNvSpPr txBox="1"/>
          <p:nvPr/>
        </p:nvSpPr>
        <p:spPr>
          <a:xfrm>
            <a:off x="2799612" y="4657141"/>
            <a:ext cx="45677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  <p:pic>
        <p:nvPicPr>
          <p:cNvPr id="2052" name="Picture 4" descr="C:\Users\Acer\Downloads\autoVa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52867" y="934501"/>
            <a:ext cx="3071133" cy="3071133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6000" y="1287463"/>
            <a:ext cx="4572000" cy="257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8523839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p49"/>
          <p:cNvSpPr txBox="1">
            <a:spLocks noGrp="1"/>
          </p:cNvSpPr>
          <p:nvPr>
            <p:ph type="title"/>
          </p:nvPr>
        </p:nvSpPr>
        <p:spPr>
          <a:xfrm>
            <a:off x="713225" y="2122600"/>
            <a:ext cx="7297500" cy="9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Grazie</a:t>
            </a:r>
            <a:r>
              <a:rPr lang="en" dirty="0"/>
              <a:t> </a:t>
            </a:r>
            <a:r>
              <a:rPr lang="en" dirty="0" err="1"/>
              <a:t>dell’attenzione</a:t>
            </a:r>
            <a:endParaRPr dirty="0"/>
          </a:p>
        </p:txBody>
      </p:sp>
      <p:grpSp>
        <p:nvGrpSpPr>
          <p:cNvPr id="1951" name="Google Shape;1951;p49"/>
          <p:cNvGrpSpPr/>
          <p:nvPr/>
        </p:nvGrpSpPr>
        <p:grpSpPr>
          <a:xfrm>
            <a:off x="-1238838" y="-2814271"/>
            <a:ext cx="6191222" cy="6569036"/>
            <a:chOff x="-1238838" y="-2814271"/>
            <a:chExt cx="6191222" cy="6569036"/>
          </a:xfrm>
        </p:grpSpPr>
        <p:pic>
          <p:nvPicPr>
            <p:cNvPr id="1952" name="Google Shape;1952;p49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 flipH="1">
              <a:off x="-860279" y="-1155525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53" name="Google Shape;1953;p49"/>
            <p:cNvGrpSpPr/>
            <p:nvPr/>
          </p:nvGrpSpPr>
          <p:grpSpPr>
            <a:xfrm>
              <a:off x="-1238838" y="-2814271"/>
              <a:ext cx="6191222" cy="6569036"/>
              <a:chOff x="-1238838" y="-2814271"/>
              <a:chExt cx="6191222" cy="6569036"/>
            </a:xfrm>
          </p:grpSpPr>
          <p:sp>
            <p:nvSpPr>
              <p:cNvPr id="1954" name="Google Shape;1954;p49"/>
              <p:cNvSpPr/>
              <p:nvPr/>
            </p:nvSpPr>
            <p:spPr>
              <a:xfrm rot="-2700000" flipH="1">
                <a:off x="-146394" y="-2093348"/>
                <a:ext cx="4006334" cy="4749375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Google Shape;1955;p49"/>
              <p:cNvSpPr/>
              <p:nvPr/>
            </p:nvSpPr>
            <p:spPr>
              <a:xfrm rot="-2700000" flipH="1">
                <a:off x="-515017" y="-1565448"/>
                <a:ext cx="2925242" cy="3057723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Google Shape;1956;p49"/>
              <p:cNvSpPr/>
              <p:nvPr/>
            </p:nvSpPr>
            <p:spPr>
              <a:xfrm rot="-2700000" flipH="1">
                <a:off x="194575" y="-1729713"/>
                <a:ext cx="3153371" cy="5119296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57" name="Google Shape;1957;p49"/>
              <p:cNvGrpSpPr/>
              <p:nvPr/>
            </p:nvGrpSpPr>
            <p:grpSpPr>
              <a:xfrm>
                <a:off x="3010374" y="1407525"/>
                <a:ext cx="196674" cy="196585"/>
                <a:chOff x="1101075" y="2142375"/>
                <a:chExt cx="439200" cy="439100"/>
              </a:xfrm>
            </p:grpSpPr>
            <p:sp>
              <p:nvSpPr>
                <p:cNvPr id="1958" name="Google Shape;1958;p4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9" name="Google Shape;1959;p4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60" name="Google Shape;1960;p49"/>
              <p:cNvGrpSpPr/>
              <p:nvPr/>
            </p:nvGrpSpPr>
            <p:grpSpPr>
              <a:xfrm>
                <a:off x="1890399" y="1114475"/>
                <a:ext cx="196674" cy="196585"/>
                <a:chOff x="1101075" y="2142375"/>
                <a:chExt cx="439200" cy="439100"/>
              </a:xfrm>
            </p:grpSpPr>
            <p:sp>
              <p:nvSpPr>
                <p:cNvPr id="1961" name="Google Shape;1961;p4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2" name="Google Shape;1962;p4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63" name="Google Shape;1963;p49"/>
              <p:cNvGrpSpPr/>
              <p:nvPr/>
            </p:nvGrpSpPr>
            <p:grpSpPr>
              <a:xfrm>
                <a:off x="2755474" y="1114475"/>
                <a:ext cx="196674" cy="196585"/>
                <a:chOff x="1101075" y="2142375"/>
                <a:chExt cx="439200" cy="439100"/>
              </a:xfrm>
            </p:grpSpPr>
            <p:sp>
              <p:nvSpPr>
                <p:cNvPr id="1964" name="Google Shape;1964;p4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5" name="Google Shape;1965;p4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66" name="Google Shape;1966;p49"/>
              <p:cNvGrpSpPr/>
              <p:nvPr/>
            </p:nvGrpSpPr>
            <p:grpSpPr>
              <a:xfrm>
                <a:off x="1290099" y="539500"/>
                <a:ext cx="196674" cy="196585"/>
                <a:chOff x="1101075" y="2142375"/>
                <a:chExt cx="439200" cy="439100"/>
              </a:xfrm>
            </p:grpSpPr>
            <p:sp>
              <p:nvSpPr>
                <p:cNvPr id="1967" name="Google Shape;1967;p4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8" name="Google Shape;1968;p4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69" name="Google Shape;1969;p49"/>
              <p:cNvGrpSpPr/>
              <p:nvPr/>
            </p:nvGrpSpPr>
            <p:grpSpPr>
              <a:xfrm>
                <a:off x="2022774" y="671500"/>
                <a:ext cx="196674" cy="196585"/>
                <a:chOff x="1101075" y="2142375"/>
                <a:chExt cx="439200" cy="439100"/>
              </a:xfrm>
            </p:grpSpPr>
            <p:sp>
              <p:nvSpPr>
                <p:cNvPr id="1970" name="Google Shape;1970;p4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1" name="Google Shape;1971;p4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972" name="Google Shape;1972;p49"/>
          <p:cNvGrpSpPr/>
          <p:nvPr/>
        </p:nvGrpSpPr>
        <p:grpSpPr>
          <a:xfrm>
            <a:off x="4571996" y="2268220"/>
            <a:ext cx="5022035" cy="4764449"/>
            <a:chOff x="4571996" y="2268220"/>
            <a:chExt cx="5022035" cy="4764449"/>
          </a:xfrm>
        </p:grpSpPr>
        <p:pic>
          <p:nvPicPr>
            <p:cNvPr id="1973" name="Google Shape;1973;p49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74" name="Google Shape;1974;p49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1975" name="Google Shape;1975;p49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1976" name="Google Shape;1976;p49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" h="27731" extrusionOk="0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7" name="Google Shape;1977;p49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" h="27731" extrusionOk="0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78" name="Google Shape;1978;p49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1979" name="Google Shape;1979;p49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78" h="115794" extrusionOk="0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0" name="Google Shape;1980;p49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320" h="74550" extrusionOk="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1" name="Google Shape;1981;p49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82" h="124813" extrusionOk="0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82" name="Google Shape;1982;p49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1983" name="Google Shape;1983;p49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984" name="Google Shape;1984;p49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985" name="Google Shape;1985;p49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986" name="Google Shape;1986;p49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87" name="Google Shape;1987;p49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88" name="Google Shape;1988;p49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89" name="Google Shape;1989;p49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90" name="Google Shape;1990;p49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1991" name="Google Shape;1991;p49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92" name="Google Shape;1992;p49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1993" name="Google Shape;1993;p49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994" name="Google Shape;1994;p49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995" name="Google Shape;1995;p49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996" name="Google Shape;1996;p49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97" name="Google Shape;1997;p49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98" name="Google Shape;1998;p49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99" name="Google Shape;1999;p49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000" name="Google Shape;2000;p49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2001" name="Google Shape;2001;p49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2" name="Google Shape;2002;p49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2003" name="Google Shape;2003;p49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2004" name="Google Shape;2004;p49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2005" name="Google Shape;2005;p49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2006" name="Google Shape;2006;p49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007" name="Google Shape;2007;p49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008" name="Google Shape;2008;p49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009" name="Google Shape;2009;p49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010" name="Google Shape;2010;p49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2011" name="Google Shape;2011;p49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12" name="Google Shape;2012;p49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2013" name="Google Shape;2013;p49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4" name="Google Shape;2014;p49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15" name="Google Shape;2015;p49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2016" name="Google Shape;2016;p4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Google Shape;2017;p4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0" name="CasellaDiTesto 69">
            <a:extLst>
              <a:ext uri="{FF2B5EF4-FFF2-40B4-BE49-F238E27FC236}">
                <a16:creationId xmlns:a16="http://schemas.microsoft.com/office/drawing/2014/main" xmlns="" id="{57F97D3C-F768-4F44-88E7-26158C7E6C80}"/>
              </a:ext>
            </a:extLst>
          </p:cNvPr>
          <p:cNvSpPr txBox="1"/>
          <p:nvPr/>
        </p:nvSpPr>
        <p:spPr>
          <a:xfrm>
            <a:off x="2284285" y="4657141"/>
            <a:ext cx="50632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</p:spTree>
    <p:extLst>
      <p:ext uri="{BB962C8B-B14F-4D97-AF65-F5344CB8AC3E}">
        <p14:creationId xmlns:p14="http://schemas.microsoft.com/office/powerpoint/2010/main" xmlns="" val="1004947178"/>
      </p:ext>
    </p:extLst>
  </p:cSld>
  <p:clrMapOvr>
    <a:masterClrMapping/>
  </p:clrMapOvr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2749</TotalTime>
  <Words>281</Words>
  <Application>Microsoft Macintosh PowerPoint</Application>
  <PresentationFormat>Presentazione su schermo (16:9)</PresentationFormat>
  <Paragraphs>107</Paragraphs>
  <Slides>23</Slides>
  <Notes>23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23</vt:i4>
      </vt:variant>
    </vt:vector>
  </HeadingPairs>
  <TitlesOfParts>
    <vt:vector size="29" baseType="lpstr">
      <vt:lpstr>Arial</vt:lpstr>
      <vt:lpstr>Poppins</vt:lpstr>
      <vt:lpstr>IBM Plex Mono</vt:lpstr>
      <vt:lpstr>Source Code Pro</vt:lpstr>
      <vt:lpstr>Open Sans</vt:lpstr>
      <vt:lpstr>Introduction to Coding Workshop by Slidesgo</vt:lpstr>
      <vt:lpstr>&lt;#titolo_lezione#&gt;</vt:lpstr>
      <vt:lpstr>Agenda</vt:lpstr>
      <vt:lpstr>01 </vt:lpstr>
      <vt:lpstr>Destinatari</vt:lpstr>
      <vt:lpstr>Prerequisiti</vt:lpstr>
      <vt:lpstr>Obiettivi formativi</vt:lpstr>
      <vt:lpstr>Obiettivi di apprendimento</vt:lpstr>
      <vt:lpstr>Competenze chiave per l’apprendimento permanente</vt:lpstr>
      <vt:lpstr>02</vt:lpstr>
      <vt:lpstr>Metodo</vt:lpstr>
      <vt:lpstr>Metodo</vt:lpstr>
      <vt:lpstr>Diapositiva 12</vt:lpstr>
      <vt:lpstr>Diapositiva 13</vt:lpstr>
      <vt:lpstr>Obiettivi della lezione</vt:lpstr>
      <vt:lpstr>Diapositiva 15</vt:lpstr>
      <vt:lpstr>Diapositiva 16</vt:lpstr>
      <vt:lpstr>03</vt:lpstr>
      <vt:lpstr>Diapositiva 18</vt:lpstr>
      <vt:lpstr>Fase 3: Verifica degli obiettivi</vt:lpstr>
      <vt:lpstr>Fase 3: Verifica</vt:lpstr>
      <vt:lpstr>Griglia valutativa</vt:lpstr>
      <vt:lpstr>Autovalutazione</vt:lpstr>
      <vt:lpstr>Grazie dell’attenzione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&lt;#titolo#&gt;</dc:title>
  <cp:lastModifiedBy>Acer</cp:lastModifiedBy>
  <cp:revision>179</cp:revision>
  <dcterms:modified xsi:type="dcterms:W3CDTF">2025-08-27T15:32:08Z</dcterms:modified>
</cp:coreProperties>
</file>