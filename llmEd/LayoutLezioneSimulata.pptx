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3.xml" ContentType="application/vnd.openxmlformats-officedocument.presentationml.slideLayout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25"/>
  </p:notesMasterIdLst>
  <p:sldIdLst>
    <p:sldId id="256" r:id="rId2"/>
    <p:sldId id="258" r:id="rId3"/>
    <p:sldId id="259" r:id="rId4"/>
    <p:sldId id="262" r:id="rId5"/>
    <p:sldId id="311" r:id="rId6"/>
    <p:sldId id="309" r:id="rId7"/>
    <p:sldId id="351" r:id="rId8"/>
    <p:sldId id="312" r:id="rId9"/>
    <p:sldId id="307" r:id="rId10"/>
    <p:sldId id="314" r:id="rId11"/>
    <p:sldId id="349" r:id="rId12"/>
    <p:sldId id="315" r:id="rId13"/>
    <p:sldId id="334" r:id="rId14"/>
    <p:sldId id="352" r:id="rId15"/>
    <p:sldId id="335" r:id="rId16"/>
    <p:sldId id="348" r:id="rId17"/>
    <p:sldId id="308" r:id="rId18"/>
    <p:sldId id="344" r:id="rId19"/>
    <p:sldId id="329" r:id="rId20"/>
    <p:sldId id="324" r:id="rId21"/>
    <p:sldId id="350" r:id="rId22"/>
    <p:sldId id="354" r:id="rId23"/>
    <p:sldId id="270" r:id="rId24"/>
  </p:sldIdLst>
  <p:sldSz cx="9144000" cy="5143500" type="screen16x9"/>
  <p:notesSz cx="6858000" cy="9144000"/>
  <p:embeddedFontLst>
    <p:embeddedFont>
      <p:font typeface="Poppins" charset="0"/>
      <p:regular r:id="rId26"/>
      <p:bold r:id="rId27"/>
      <p:italic r:id="rId28"/>
      <p:boldItalic r:id="rId29"/>
    </p:embeddedFont>
    <p:embeddedFont>
      <p:font typeface="IBM Plex Mono" charset="0"/>
      <p:regular r:id="rId30"/>
      <p:bold r:id="rId31"/>
      <p:italic r:id="rId32"/>
      <p:boldItalic r:id="rId33"/>
    </p:embeddedFont>
    <p:embeddedFont>
      <p:font typeface="Source Code Pro" charset="0"/>
      <p:regular r:id="rId34"/>
      <p:bold r:id="rId35"/>
      <p:italic r:id="rId36"/>
      <p:boldItalic r:id="rId37"/>
    </p:embeddedFont>
    <p:embeddedFont>
      <p:font typeface="Tahoma" pitchFamily="34" charset="0"/>
      <p:regular r:id="rId38"/>
      <p:bold r:id="rId39"/>
    </p:embeddedFont>
    <p:embeddedFont>
      <p:font typeface="Open Sans" pitchFamily="34" charset="0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9FF"/>
    <a:srgbClr val="FFEFFF"/>
    <a:srgbClr val="FFFBFF"/>
    <a:srgbClr val="FFE7FF"/>
    <a:srgbClr val="FFCCFF"/>
    <a:srgbClr val="0C099F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18C4401-5542-4C62-A921-B47E95205850}">
  <a:tblStyle styleId="{F18C4401-5542-4C62-A921-B47E9520585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4779" autoAdjust="0"/>
    <p:restoredTop sz="86418"/>
  </p:normalViewPr>
  <p:slideViewPr>
    <p:cSldViewPr snapToGrid="0" snapToObjects="1">
      <p:cViewPr>
        <p:scale>
          <a:sx n="100" d="100"/>
          <a:sy n="100" d="100"/>
        </p:scale>
        <p:origin x="-462" y="-3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235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42" Type="http://schemas.openxmlformats.org/officeDocument/2006/relationships/font" Target="fonts/font17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font" Target="fonts/font13.fntdata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41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font" Target="fonts/font15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43" Type="http://schemas.openxmlformats.org/officeDocument/2006/relationships/font" Target="fonts/font1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8" name="Google Shape;1428;gd1bf8d60a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9" name="Google Shape;1429;gd1bf8d60a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" name="Google Shape;1464;g24e5c2c9e45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5" name="Google Shape;1465;g24e5c2c9e45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g24e6b4d5c3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2" name="Google Shape;1482;g24e6b4d5c3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2" name="Google Shape;1632;g24ed99bf1a4_0_3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3" name="Google Shape;1633;g24ed99bf1a4_0_3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5" name="Google Shape;2215;g24ef22aa1ac_0_1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6" name="Google Shape;2216;g24ef22aa1ac_0_1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="" xmlns:p14="http://schemas.microsoft.com/office/powerpoint/2010/main" val="3038458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0" name="Google Shape;2120;g24ef22aa1ac_0_5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1" name="Google Shape;2121;g24ef22aa1ac_0_5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="" xmlns:p14="http://schemas.microsoft.com/office/powerpoint/2010/main" val="148397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5" name="Google Shape;2215;g24ef22aa1ac_0_1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6" name="Google Shape;2216;g24ef22aa1ac_0_1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13953642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Google Shape;1528;g24ed99bf1a4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9" name="Google Shape;1529;g24ed99bf1a4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="" xmlns:p14="http://schemas.microsoft.com/office/powerpoint/2010/main" val="19130425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g24e6b4d5c3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2" name="Google Shape;1482;g24e6b4d5c3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="" xmlns:p14="http://schemas.microsoft.com/office/powerpoint/2010/main" val="37454022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4" name="Google Shape;1664;g24e6b4d5c31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5" name="Google Shape;1665;g24e6b4d5c31_0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="" xmlns:p14="http://schemas.microsoft.com/office/powerpoint/2010/main" val="19284218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4" name="Google Shape;1664;g24e6b4d5c31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5" name="Google Shape;1665;g24e6b4d5c31_0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="" xmlns:p14="http://schemas.microsoft.com/office/powerpoint/2010/main" val="19284218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0" name="Google Shape;2120;g24ef22aa1ac_0_5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1" name="Google Shape;2121;g24ef22aa1ac_0_5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="" xmlns:p14="http://schemas.microsoft.com/office/powerpoint/2010/main" val="21983547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Google Shape;1528;g24ed99bf1a4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9" name="Google Shape;1529;g24ed99bf1a4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="" xmlns:p14="http://schemas.microsoft.com/office/powerpoint/2010/main" val="20536812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9" name="Google Shape;1839;g24ed99bf1a4_0_9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0" name="Google Shape;1840;g24ed99bf1a4_0_9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10228251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Google Shape;1528;g24ed99bf1a4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9" name="Google Shape;1529;g24ed99bf1a4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="" xmlns:p14="http://schemas.microsoft.com/office/powerpoint/2010/main" val="39930169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Google Shape;1528;g24ed99bf1a4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9" name="Google Shape;1529;g24ed99bf1a4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187084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g24e6b4d5c3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2" name="Google Shape;1482;g24e6b4d5c3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="" xmlns:p14="http://schemas.microsoft.com/office/powerpoint/2010/main" val="17828802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Google Shape;1528;g24ed99bf1a4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9" name="Google Shape;1529;g24ed99bf1a4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="" xmlns:p14="http://schemas.microsoft.com/office/powerpoint/2010/main" val="125335871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9" name="Google Shape;1839;g24ed99bf1a4_0_9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0" name="Google Shape;1840;g24ed99bf1a4_0_9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="" xmlns:p14="http://schemas.microsoft.com/office/powerpoint/2010/main" val="78130552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9" name="Google Shape;1839;g24ed99bf1a4_0_9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0" name="Google Shape;1840;g24ed99bf1a4_0_9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="" xmlns:p14="http://schemas.microsoft.com/office/powerpoint/2010/main" val="384301766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Google Shape;1528;g24ed99bf1a4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9" name="Google Shape;1529;g24ed99bf1a4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="" xmlns:p14="http://schemas.microsoft.com/office/powerpoint/2010/main" val="240639006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5" name="Google Shape;2215;g24ef22aa1ac_0_1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6" name="Google Shape;2216;g24ef22aa1ac_0_1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139536428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7" name="Google Shape;1947;g24ed99bf1a4_0_14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8" name="Google Shape;1948;g24ed99bf1a4_0_14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="" xmlns:p14="http://schemas.microsoft.com/office/powerpoint/2010/main" val="8953032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3255180" y="-2900775"/>
            <a:ext cx="10039930" cy="6871129"/>
            <a:chOff x="-3102780" y="-2727750"/>
            <a:chExt cx="10039930" cy="6871129"/>
          </a:xfrm>
        </p:grpSpPr>
        <p:grpSp>
          <p:nvGrpSpPr>
            <p:cNvPr id="10" name="Google Shape;10;p2"/>
            <p:cNvGrpSpPr/>
            <p:nvPr/>
          </p:nvGrpSpPr>
          <p:grpSpPr>
            <a:xfrm rot="-7778255">
              <a:off x="-2414440" y="-1445047"/>
              <a:ext cx="5355679" cy="4305724"/>
              <a:chOff x="7103825" y="-713112"/>
              <a:chExt cx="3785226" cy="3043150"/>
            </a:xfrm>
          </p:grpSpPr>
          <p:sp>
            <p:nvSpPr>
              <p:cNvPr id="11" name="Google Shape;11;p2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2" name="Google Shape;12;p2"/>
              <p:cNvPicPr preferRelativeResize="0"/>
              <p:nvPr/>
            </p:nvPicPr>
            <p:blipFill rotWithShape="1">
              <a:blip r:embed="rId2">
                <a:alphaModFix/>
              </a:blip>
              <a:srcRect t="17657" b="17663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3" name="Google Shape;13;p2"/>
            <p:cNvSpPr/>
            <p:nvPr/>
          </p:nvSpPr>
          <p:spPr>
            <a:xfrm>
              <a:off x="-289323" y="-166742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2700000">
              <a:off x="917817" y="-2200499"/>
              <a:ext cx="3153371" cy="5119296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-201475" y="-361175"/>
              <a:ext cx="7138625" cy="819350"/>
            </a:xfrm>
            <a:custGeom>
              <a:avLst/>
              <a:gdLst/>
              <a:ahLst/>
              <a:cxnLst/>
              <a:rect l="l" t="t" r="r" b="b"/>
              <a:pathLst>
                <a:path w="285545" h="32774" extrusionOk="0">
                  <a:moveTo>
                    <a:pt x="0" y="32774"/>
                  </a:moveTo>
                  <a:lnTo>
                    <a:pt x="188861" y="32774"/>
                  </a:lnTo>
                  <a:lnTo>
                    <a:pt x="221636" y="0"/>
                  </a:lnTo>
                  <a:lnTo>
                    <a:pt x="285545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6" name="Google Shape;16;p2"/>
            <p:cNvSpPr/>
            <p:nvPr/>
          </p:nvSpPr>
          <p:spPr>
            <a:xfrm rot="5400000">
              <a:off x="1110859" y="-1245788"/>
              <a:ext cx="577450" cy="3045475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rot="5400000">
              <a:off x="654013" y="-781254"/>
              <a:ext cx="687411" cy="2731351"/>
            </a:xfrm>
            <a:custGeom>
              <a:avLst/>
              <a:gdLst/>
              <a:ahLst/>
              <a:cxnLst/>
              <a:rect l="l" t="t" r="r" b="b"/>
              <a:pathLst>
                <a:path w="16760" h="43180" extrusionOk="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" name="Google Shape;18;p2"/>
            <p:cNvGrpSpPr/>
            <p:nvPr/>
          </p:nvGrpSpPr>
          <p:grpSpPr>
            <a:xfrm flipH="1">
              <a:off x="4446909" y="391151"/>
              <a:ext cx="134044" cy="134013"/>
              <a:chOff x="1101075" y="2142375"/>
              <a:chExt cx="439200" cy="439100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" name="Google Shape;21;p2"/>
            <p:cNvGrpSpPr/>
            <p:nvPr/>
          </p:nvGrpSpPr>
          <p:grpSpPr>
            <a:xfrm flipH="1">
              <a:off x="1373609" y="694563"/>
              <a:ext cx="134044" cy="134013"/>
              <a:chOff x="1101075" y="2142375"/>
              <a:chExt cx="439200" cy="439100"/>
            </a:xfrm>
          </p:grpSpPr>
          <p:sp>
            <p:nvSpPr>
              <p:cNvPr id="22" name="Google Shape;22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" name="Google Shape;24;p2"/>
            <p:cNvGrpSpPr/>
            <p:nvPr/>
          </p:nvGrpSpPr>
          <p:grpSpPr>
            <a:xfrm flipH="1">
              <a:off x="1086834" y="957463"/>
              <a:ext cx="134044" cy="134013"/>
              <a:chOff x="1101075" y="2142375"/>
              <a:chExt cx="439200" cy="439100"/>
            </a:xfrm>
          </p:grpSpPr>
          <p:sp>
            <p:nvSpPr>
              <p:cNvPr id="25" name="Google Shape;25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" name="Google Shape;27;p2"/>
            <p:cNvGrpSpPr/>
            <p:nvPr/>
          </p:nvGrpSpPr>
          <p:grpSpPr>
            <a:xfrm flipH="1">
              <a:off x="277709" y="957463"/>
              <a:ext cx="134044" cy="134013"/>
              <a:chOff x="1101075" y="2142375"/>
              <a:chExt cx="439200" cy="439100"/>
            </a:xfrm>
          </p:grpSpPr>
          <p:sp>
            <p:nvSpPr>
              <p:cNvPr id="28" name="Google Shape;28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" name="Google Shape;30;p2"/>
            <p:cNvGrpSpPr/>
            <p:nvPr/>
          </p:nvGrpSpPr>
          <p:grpSpPr>
            <a:xfrm flipH="1">
              <a:off x="277709" y="640813"/>
              <a:ext cx="134044" cy="134013"/>
              <a:chOff x="1101075" y="2142375"/>
              <a:chExt cx="439200" cy="439100"/>
            </a:xfrm>
          </p:grpSpPr>
          <p:sp>
            <p:nvSpPr>
              <p:cNvPr id="31" name="Google Shape;31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3" name="Google Shape;33;p2"/>
          <p:cNvGrpSpPr/>
          <p:nvPr/>
        </p:nvGrpSpPr>
        <p:grpSpPr>
          <a:xfrm>
            <a:off x="6385735" y="3039700"/>
            <a:ext cx="3920501" cy="3213899"/>
            <a:chOff x="6309535" y="2842975"/>
            <a:chExt cx="3920501" cy="3213899"/>
          </a:xfrm>
        </p:grpSpPr>
        <p:pic>
          <p:nvPicPr>
            <p:cNvPr id="34" name="Google Shape;34;p2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6309535" y="3064650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" name="Google Shape;35;p2"/>
            <p:cNvSpPr/>
            <p:nvPr/>
          </p:nvSpPr>
          <p:spPr>
            <a:xfrm rot="10800000">
              <a:off x="7535449" y="2941132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 rot="10800000">
              <a:off x="7694795" y="2941747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280400" y="3719575"/>
              <a:ext cx="582050" cy="582425"/>
              <a:chOff x="959750" y="3039275"/>
              <a:chExt cx="582050" cy="582425"/>
            </a:xfrm>
          </p:grpSpPr>
          <p:sp>
            <p:nvSpPr>
              <p:cNvPr id="38" name="Google Shape;38;p2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5" name="Google Shape;45;p2"/>
            <p:cNvSpPr/>
            <p:nvPr/>
          </p:nvSpPr>
          <p:spPr>
            <a:xfrm>
              <a:off x="8430775" y="2842975"/>
              <a:ext cx="480893" cy="475828"/>
            </a:xfrm>
            <a:custGeom>
              <a:avLst/>
              <a:gdLst/>
              <a:ahLst/>
              <a:cxnLst/>
              <a:rect l="l" t="t" r="r" b="b"/>
              <a:pathLst>
                <a:path w="36171" h="35790" extrusionOk="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6" name="Google Shape;46;p2"/>
            <p:cNvGrpSpPr/>
            <p:nvPr/>
          </p:nvGrpSpPr>
          <p:grpSpPr>
            <a:xfrm>
              <a:off x="8337812" y="3492483"/>
              <a:ext cx="699928" cy="1651024"/>
              <a:chOff x="8337812" y="3492483"/>
              <a:chExt cx="699928" cy="1651024"/>
            </a:xfrm>
          </p:grpSpPr>
          <p:sp>
            <p:nvSpPr>
              <p:cNvPr id="47" name="Google Shape;47;p2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avLst/>
                <a:gdLst/>
                <a:ahLst/>
                <a:cxnLst/>
                <a:rect l="l" t="t" r="r" b="b"/>
                <a:pathLst>
                  <a:path w="11779" h="24714" extrusionOk="0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0" name="Google Shape;50;p2"/>
            <p:cNvGrpSpPr/>
            <p:nvPr/>
          </p:nvGrpSpPr>
          <p:grpSpPr>
            <a:xfrm>
              <a:off x="7945225" y="4302000"/>
              <a:ext cx="904666" cy="726121"/>
              <a:chOff x="7945225" y="4302000"/>
              <a:chExt cx="904666" cy="726121"/>
            </a:xfrm>
          </p:grpSpPr>
          <p:sp>
            <p:nvSpPr>
              <p:cNvPr id="51" name="Google Shape;51;p2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4" name="Google Shape;54;p2"/>
          <p:cNvSpPr txBox="1">
            <a:spLocks noGrp="1"/>
          </p:cNvSpPr>
          <p:nvPr>
            <p:ph type="ctrTitle"/>
          </p:nvPr>
        </p:nvSpPr>
        <p:spPr>
          <a:xfrm>
            <a:off x="1096850" y="816324"/>
            <a:ext cx="6974700" cy="232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2"/>
          <p:cNvSpPr txBox="1">
            <a:spLocks noGrp="1"/>
          </p:cNvSpPr>
          <p:nvPr>
            <p:ph type="subTitle" idx="1"/>
          </p:nvPr>
        </p:nvSpPr>
        <p:spPr>
          <a:xfrm>
            <a:off x="1096850" y="3456250"/>
            <a:ext cx="48825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56" name="Google Shape;56;p2"/>
          <p:cNvGrpSpPr/>
          <p:nvPr/>
        </p:nvGrpSpPr>
        <p:grpSpPr>
          <a:xfrm>
            <a:off x="-309885" y="3617406"/>
            <a:ext cx="1448824" cy="2238804"/>
            <a:chOff x="-309885" y="3617406"/>
            <a:chExt cx="1448824" cy="2238804"/>
          </a:xfrm>
        </p:grpSpPr>
        <p:grpSp>
          <p:nvGrpSpPr>
            <p:cNvPr id="57" name="Google Shape;57;p2"/>
            <p:cNvGrpSpPr/>
            <p:nvPr/>
          </p:nvGrpSpPr>
          <p:grpSpPr>
            <a:xfrm>
              <a:off x="-277007" y="3870159"/>
              <a:ext cx="981772" cy="1986051"/>
              <a:chOff x="-293545" y="3454371"/>
              <a:chExt cx="981772" cy="1986051"/>
            </a:xfrm>
          </p:grpSpPr>
          <p:sp>
            <p:nvSpPr>
              <p:cNvPr id="58" name="Google Shape;58;p2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" name="Google Shape;60;p2"/>
            <p:cNvGrpSpPr/>
            <p:nvPr/>
          </p:nvGrpSpPr>
          <p:grpSpPr>
            <a:xfrm>
              <a:off x="363249" y="4906873"/>
              <a:ext cx="699940" cy="478601"/>
              <a:chOff x="39722" y="4349021"/>
              <a:chExt cx="1061964" cy="726143"/>
            </a:xfrm>
          </p:grpSpPr>
          <p:grpSp>
            <p:nvGrpSpPr>
              <p:cNvPr id="61" name="Google Shape;61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62" name="Google Shape;62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63" name="Google Shape;63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64" name="Google Shape;64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5" name="Google Shape;65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6" name="Google Shape;66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7" name="Google Shape;67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8" name="Google Shape;68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69" name="Google Shape;69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0" name="Google Shape;70;p2"/>
            <p:cNvGrpSpPr/>
            <p:nvPr/>
          </p:nvGrpSpPr>
          <p:grpSpPr>
            <a:xfrm rot="-5400000">
              <a:off x="-461873" y="3769393"/>
              <a:ext cx="1351491" cy="1047516"/>
              <a:chOff x="-2460210" y="2758493"/>
              <a:chExt cx="1351491" cy="1047516"/>
            </a:xfrm>
          </p:grpSpPr>
          <p:sp>
            <p:nvSpPr>
              <p:cNvPr id="71" name="Google Shape;71;p2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2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2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2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5" name="Google Shape;75;p2"/>
            <p:cNvGrpSpPr/>
            <p:nvPr/>
          </p:nvGrpSpPr>
          <p:grpSpPr>
            <a:xfrm>
              <a:off x="438999" y="4567398"/>
              <a:ext cx="699940" cy="478601"/>
              <a:chOff x="39722" y="4349021"/>
              <a:chExt cx="1061964" cy="726143"/>
            </a:xfrm>
          </p:grpSpPr>
          <p:grpSp>
            <p:nvGrpSpPr>
              <p:cNvPr id="76" name="Google Shape;76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77" name="Google Shape;77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78" name="Google Shape;78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79" name="Google Shape;79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0" name="Google Shape;80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1" name="Google Shape;81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2" name="Google Shape;82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3" name="Google Shape;83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84" name="Google Shape;84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5" name="Google Shape;85;p2"/>
            <p:cNvGrpSpPr/>
            <p:nvPr/>
          </p:nvGrpSpPr>
          <p:grpSpPr>
            <a:xfrm>
              <a:off x="-65076" y="4623886"/>
              <a:ext cx="699940" cy="478601"/>
              <a:chOff x="39722" y="4349021"/>
              <a:chExt cx="1061964" cy="726143"/>
            </a:xfrm>
          </p:grpSpPr>
          <p:grpSp>
            <p:nvGrpSpPr>
              <p:cNvPr id="86" name="Google Shape;86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87" name="Google Shape;87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88" name="Google Shape;88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89" name="Google Shape;89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0" name="Google Shape;90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1" name="Google Shape;91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2" name="Google Shape;92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3" name="Google Shape;93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94" name="Google Shape;94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>
            <a:spLocks noGrp="1"/>
          </p:cNvSpPr>
          <p:nvPr>
            <p:ph type="title"/>
          </p:nvPr>
        </p:nvSpPr>
        <p:spPr>
          <a:xfrm>
            <a:off x="720000" y="2079325"/>
            <a:ext cx="5598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97" name="Google Shape;97;p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025725"/>
            <a:ext cx="1702500" cy="9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200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98" name="Google Shape;98;p3"/>
          <p:cNvSpPr txBox="1">
            <a:spLocks noGrp="1"/>
          </p:cNvSpPr>
          <p:nvPr>
            <p:ph type="subTitle" idx="1"/>
          </p:nvPr>
        </p:nvSpPr>
        <p:spPr>
          <a:xfrm>
            <a:off x="720000" y="3252375"/>
            <a:ext cx="5598000" cy="45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99" name="Google Shape;99;p3"/>
          <p:cNvGrpSpPr/>
          <p:nvPr/>
        </p:nvGrpSpPr>
        <p:grpSpPr>
          <a:xfrm>
            <a:off x="-539206" y="-1717975"/>
            <a:ext cx="4397193" cy="4171657"/>
            <a:chOff x="-494406" y="-1584825"/>
            <a:chExt cx="4397193" cy="4171657"/>
          </a:xfrm>
        </p:grpSpPr>
        <p:grpSp>
          <p:nvGrpSpPr>
            <p:cNvPr id="100" name="Google Shape;100;p3"/>
            <p:cNvGrpSpPr/>
            <p:nvPr/>
          </p:nvGrpSpPr>
          <p:grpSpPr>
            <a:xfrm>
              <a:off x="-494406" y="-252396"/>
              <a:ext cx="1741563" cy="1288563"/>
              <a:chOff x="-494406" y="-252396"/>
              <a:chExt cx="1741563" cy="1288563"/>
            </a:xfrm>
          </p:grpSpPr>
          <p:sp>
            <p:nvSpPr>
              <p:cNvPr id="101" name="Google Shape;101;p3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3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3" name="Google Shape;103;p3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104" name="Google Shape;104;p3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7731" extrusionOk="0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05;p3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7731" extrusionOk="0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6" name="Google Shape;106;p3"/>
            <p:cNvGrpSpPr/>
            <p:nvPr/>
          </p:nvGrpSpPr>
          <p:grpSpPr>
            <a:xfrm>
              <a:off x="441574" y="-36652"/>
              <a:ext cx="699940" cy="478601"/>
              <a:chOff x="39722" y="4349021"/>
              <a:chExt cx="1061964" cy="726143"/>
            </a:xfrm>
          </p:grpSpPr>
          <p:grpSp>
            <p:nvGrpSpPr>
              <p:cNvPr id="107" name="Google Shape;107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08" name="Google Shape;108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09" name="Google Shape;109;p3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10" name="Google Shape;110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1" name="Google Shape;111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2" name="Google Shape;112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" name="Google Shape;113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" name="Google Shape;114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115" name="Google Shape;115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" name="Google Shape;116;p3"/>
            <p:cNvGrpSpPr/>
            <p:nvPr/>
          </p:nvGrpSpPr>
          <p:grpSpPr>
            <a:xfrm>
              <a:off x="955673" y="11"/>
              <a:ext cx="592576" cy="405260"/>
              <a:chOff x="39722" y="4349021"/>
              <a:chExt cx="1061964" cy="726143"/>
            </a:xfrm>
          </p:grpSpPr>
          <p:grpSp>
            <p:nvGrpSpPr>
              <p:cNvPr id="117" name="Google Shape;117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18" name="Google Shape;118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19" name="Google Shape;119;p3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20" name="Google Shape;120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1" name="Google Shape;121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2" name="Google Shape;122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3" name="Google Shape;123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4" name="Google Shape;124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125" name="Google Shape;125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6" name="Google Shape;126;p3"/>
            <p:cNvGrpSpPr/>
            <p:nvPr/>
          </p:nvGrpSpPr>
          <p:grpSpPr>
            <a:xfrm>
              <a:off x="-1" y="621223"/>
              <a:ext cx="699940" cy="478601"/>
              <a:chOff x="39722" y="4349021"/>
              <a:chExt cx="1061964" cy="726143"/>
            </a:xfrm>
          </p:grpSpPr>
          <p:grpSp>
            <p:nvGrpSpPr>
              <p:cNvPr id="127" name="Google Shape;127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28" name="Google Shape;128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29" name="Google Shape;129;p3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30" name="Google Shape;130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1" name="Google Shape;131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2" name="Google Shape;132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3" name="Google Shape;133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4" name="Google Shape;134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135" name="Google Shape;135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6" name="Google Shape;136;p3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137" name="Google Shape;137;p3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avLst/>
                <a:gdLst/>
                <a:ahLst/>
                <a:cxnLst/>
                <a:rect l="l" t="t" r="r" b="b"/>
                <a:pathLst>
                  <a:path w="76882" h="124813" extrusionOk="0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8;p3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avLst/>
                <a:gdLst/>
                <a:ahLst/>
                <a:cxnLst/>
                <a:rect l="l" t="t" r="r" b="b"/>
                <a:pathLst>
                  <a:path w="71320" h="74550" extrusionOk="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3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avLst/>
                <a:gdLst/>
                <a:ahLst/>
                <a:cxnLst/>
                <a:rect l="l" t="t" r="r" b="b"/>
                <a:pathLst>
                  <a:path w="97678" h="115794" extrusionOk="0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5"/>
          <p:cNvSpPr txBox="1">
            <a:spLocks noGrp="1"/>
          </p:cNvSpPr>
          <p:nvPr>
            <p:ph type="subTitle" idx="1"/>
          </p:nvPr>
        </p:nvSpPr>
        <p:spPr>
          <a:xfrm>
            <a:off x="4999903" y="2372500"/>
            <a:ext cx="2340300" cy="132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77" name="Google Shape;177;p5"/>
          <p:cNvSpPr txBox="1">
            <a:spLocks noGrp="1"/>
          </p:cNvSpPr>
          <p:nvPr>
            <p:ph type="subTitle" idx="2"/>
          </p:nvPr>
        </p:nvSpPr>
        <p:spPr>
          <a:xfrm>
            <a:off x="1803800" y="2372500"/>
            <a:ext cx="2340300" cy="132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78" name="Google Shape;178;p5"/>
          <p:cNvSpPr txBox="1">
            <a:spLocks noGrp="1"/>
          </p:cNvSpPr>
          <p:nvPr>
            <p:ph type="subTitle" idx="3"/>
          </p:nvPr>
        </p:nvSpPr>
        <p:spPr>
          <a:xfrm>
            <a:off x="4999908" y="2048488"/>
            <a:ext cx="23403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79" name="Google Shape;179;p5"/>
          <p:cNvSpPr txBox="1">
            <a:spLocks noGrp="1"/>
          </p:cNvSpPr>
          <p:nvPr>
            <p:ph type="subTitle" idx="4"/>
          </p:nvPr>
        </p:nvSpPr>
        <p:spPr>
          <a:xfrm>
            <a:off x="1803800" y="2048488"/>
            <a:ext cx="23403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grpSp>
        <p:nvGrpSpPr>
          <p:cNvPr id="180" name="Google Shape;180;p5"/>
          <p:cNvGrpSpPr/>
          <p:nvPr/>
        </p:nvGrpSpPr>
        <p:grpSpPr>
          <a:xfrm>
            <a:off x="7579113" y="-890399"/>
            <a:ext cx="2898275" cy="3032950"/>
            <a:chOff x="7198113" y="-890399"/>
            <a:chExt cx="2898275" cy="3032950"/>
          </a:xfrm>
        </p:grpSpPr>
        <p:pic>
          <p:nvPicPr>
            <p:cNvPr id="181" name="Google Shape;181;p5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-5400000">
              <a:off x="7130775" y="-823062"/>
              <a:ext cx="3032950" cy="28982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82" name="Google Shape;182;p5"/>
            <p:cNvGrpSpPr/>
            <p:nvPr/>
          </p:nvGrpSpPr>
          <p:grpSpPr>
            <a:xfrm>
              <a:off x="8319318" y="-249682"/>
              <a:ext cx="1460040" cy="1171886"/>
              <a:chOff x="7945225" y="4302000"/>
              <a:chExt cx="904666" cy="726121"/>
            </a:xfrm>
          </p:grpSpPr>
          <p:sp>
            <p:nvSpPr>
              <p:cNvPr id="183" name="Google Shape;183;p5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Google Shape;184;p5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Google Shape;185;p5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86" name="Google Shape;186;p5"/>
          <p:cNvGrpSpPr/>
          <p:nvPr/>
        </p:nvGrpSpPr>
        <p:grpSpPr>
          <a:xfrm>
            <a:off x="-613920" y="3693606"/>
            <a:ext cx="2048057" cy="2238804"/>
            <a:chOff x="-461520" y="3617406"/>
            <a:chExt cx="2048057" cy="2238804"/>
          </a:xfrm>
        </p:grpSpPr>
        <p:grpSp>
          <p:nvGrpSpPr>
            <p:cNvPr id="187" name="Google Shape;187;p5"/>
            <p:cNvGrpSpPr/>
            <p:nvPr/>
          </p:nvGrpSpPr>
          <p:grpSpPr>
            <a:xfrm>
              <a:off x="-461520" y="3617406"/>
              <a:ext cx="1916534" cy="2238804"/>
              <a:chOff x="-461520" y="3617406"/>
              <a:chExt cx="1916534" cy="2238804"/>
            </a:xfrm>
          </p:grpSpPr>
          <p:grpSp>
            <p:nvGrpSpPr>
              <p:cNvPr id="188" name="Google Shape;188;p5"/>
              <p:cNvGrpSpPr/>
              <p:nvPr/>
            </p:nvGrpSpPr>
            <p:grpSpPr>
              <a:xfrm flipH="1">
                <a:off x="-461520" y="4010132"/>
                <a:ext cx="1916534" cy="1538287"/>
                <a:chOff x="7945225" y="4302000"/>
                <a:chExt cx="904666" cy="726121"/>
              </a:xfrm>
            </p:grpSpPr>
            <p:sp>
              <p:nvSpPr>
                <p:cNvPr id="189" name="Google Shape;189;p5"/>
                <p:cNvSpPr/>
                <p:nvPr/>
              </p:nvSpPr>
              <p:spPr>
                <a:xfrm>
                  <a:off x="8176775" y="4445200"/>
                  <a:ext cx="673116" cy="5829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285" h="44413" extrusionOk="0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0" name="Google Shape;190;p5"/>
                <p:cNvSpPr/>
                <p:nvPr/>
              </p:nvSpPr>
              <p:spPr>
                <a:xfrm>
                  <a:off x="8164350" y="4302000"/>
                  <a:ext cx="480925" cy="4164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285" h="44413" extrusionOk="0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1" name="Google Shape;191;p5"/>
                <p:cNvSpPr/>
                <p:nvPr/>
              </p:nvSpPr>
              <p:spPr>
                <a:xfrm>
                  <a:off x="7945225" y="4445200"/>
                  <a:ext cx="480925" cy="4164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285" h="44413" extrusionOk="0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92" name="Google Shape;192;p5"/>
              <p:cNvGrpSpPr/>
              <p:nvPr/>
            </p:nvGrpSpPr>
            <p:grpSpPr>
              <a:xfrm>
                <a:off x="-309885" y="3617406"/>
                <a:ext cx="1448824" cy="2238804"/>
                <a:chOff x="-309885" y="3617406"/>
                <a:chExt cx="1448824" cy="2238804"/>
              </a:xfrm>
            </p:grpSpPr>
            <p:grpSp>
              <p:nvGrpSpPr>
                <p:cNvPr id="193" name="Google Shape;193;p5"/>
                <p:cNvGrpSpPr/>
                <p:nvPr/>
              </p:nvGrpSpPr>
              <p:grpSpPr>
                <a:xfrm>
                  <a:off x="-277007" y="3870159"/>
                  <a:ext cx="981772" cy="1986051"/>
                  <a:chOff x="-293545" y="3454371"/>
                  <a:chExt cx="981772" cy="1986051"/>
                </a:xfrm>
              </p:grpSpPr>
              <p:sp>
                <p:nvSpPr>
                  <p:cNvPr id="194" name="Google Shape;194;p5"/>
                  <p:cNvSpPr/>
                  <p:nvPr/>
                </p:nvSpPr>
                <p:spPr>
                  <a:xfrm rot="10800000">
                    <a:off x="-293545" y="3454371"/>
                    <a:ext cx="844677" cy="198552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937" h="56267" extrusionOk="0">
                        <a:moveTo>
                          <a:pt x="12997" y="1"/>
                        </a:moveTo>
                        <a:lnTo>
                          <a:pt x="12784" y="214"/>
                        </a:lnTo>
                        <a:lnTo>
                          <a:pt x="23098" y="10513"/>
                        </a:lnTo>
                        <a:cubicBezTo>
                          <a:pt x="23434" y="10864"/>
                          <a:pt x="23632" y="11321"/>
                          <a:pt x="23632" y="11808"/>
                        </a:cubicBezTo>
                        <a:cubicBezTo>
                          <a:pt x="23632" y="12311"/>
                          <a:pt x="23434" y="12768"/>
                          <a:pt x="23098" y="13104"/>
                        </a:cubicBezTo>
                        <a:lnTo>
                          <a:pt x="21925" y="14261"/>
                        </a:lnTo>
                        <a:cubicBezTo>
                          <a:pt x="21575" y="14627"/>
                          <a:pt x="21110" y="14810"/>
                          <a:pt x="20642" y="14810"/>
                        </a:cubicBezTo>
                        <a:cubicBezTo>
                          <a:pt x="20173" y="14810"/>
                          <a:pt x="19701" y="14627"/>
                          <a:pt x="19335" y="14261"/>
                        </a:cubicBezTo>
                        <a:lnTo>
                          <a:pt x="16958" y="11885"/>
                        </a:lnTo>
                        <a:cubicBezTo>
                          <a:pt x="16547" y="11489"/>
                          <a:pt x="16029" y="11260"/>
                          <a:pt x="15435" y="11260"/>
                        </a:cubicBezTo>
                        <a:cubicBezTo>
                          <a:pt x="14841" y="11260"/>
                          <a:pt x="14307" y="11489"/>
                          <a:pt x="13911" y="11885"/>
                        </a:cubicBezTo>
                        <a:lnTo>
                          <a:pt x="12525" y="13271"/>
                        </a:lnTo>
                        <a:cubicBezTo>
                          <a:pt x="12129" y="13698"/>
                          <a:pt x="11900" y="14231"/>
                          <a:pt x="11900" y="14795"/>
                        </a:cubicBezTo>
                        <a:cubicBezTo>
                          <a:pt x="11900" y="15374"/>
                          <a:pt x="12129" y="15922"/>
                          <a:pt x="12525" y="16318"/>
                        </a:cubicBezTo>
                        <a:cubicBezTo>
                          <a:pt x="12860" y="16669"/>
                          <a:pt x="13058" y="17126"/>
                          <a:pt x="13058" y="17629"/>
                        </a:cubicBezTo>
                        <a:cubicBezTo>
                          <a:pt x="13058" y="18116"/>
                          <a:pt x="12860" y="18573"/>
                          <a:pt x="12525" y="18924"/>
                        </a:cubicBezTo>
                        <a:lnTo>
                          <a:pt x="11489" y="19944"/>
                        </a:lnTo>
                        <a:cubicBezTo>
                          <a:pt x="11154" y="20295"/>
                          <a:pt x="10696" y="20478"/>
                          <a:pt x="10209" y="20478"/>
                        </a:cubicBezTo>
                        <a:lnTo>
                          <a:pt x="9569" y="20478"/>
                        </a:lnTo>
                        <a:cubicBezTo>
                          <a:pt x="8990" y="20478"/>
                          <a:pt x="8457" y="20706"/>
                          <a:pt x="8045" y="21102"/>
                        </a:cubicBezTo>
                        <a:lnTo>
                          <a:pt x="3353" y="25810"/>
                        </a:lnTo>
                        <a:cubicBezTo>
                          <a:pt x="2515" y="26648"/>
                          <a:pt x="2515" y="28004"/>
                          <a:pt x="3353" y="28842"/>
                        </a:cubicBezTo>
                        <a:lnTo>
                          <a:pt x="10529" y="36018"/>
                        </a:lnTo>
                        <a:cubicBezTo>
                          <a:pt x="10864" y="36369"/>
                          <a:pt x="11062" y="36826"/>
                          <a:pt x="11062" y="37313"/>
                        </a:cubicBezTo>
                        <a:cubicBezTo>
                          <a:pt x="11062" y="37801"/>
                          <a:pt x="10864" y="38273"/>
                          <a:pt x="10529" y="38608"/>
                        </a:cubicBezTo>
                        <a:lnTo>
                          <a:pt x="8198" y="40940"/>
                        </a:lnTo>
                        <a:cubicBezTo>
                          <a:pt x="7802" y="41351"/>
                          <a:pt x="7573" y="41884"/>
                          <a:pt x="7573" y="42463"/>
                        </a:cubicBezTo>
                        <a:lnTo>
                          <a:pt x="7573" y="47720"/>
                        </a:lnTo>
                        <a:cubicBezTo>
                          <a:pt x="7573" y="48207"/>
                          <a:pt x="7390" y="48664"/>
                          <a:pt x="7040" y="49015"/>
                        </a:cubicBezTo>
                        <a:lnTo>
                          <a:pt x="1" y="56054"/>
                        </a:lnTo>
                        <a:lnTo>
                          <a:pt x="199" y="56267"/>
                        </a:lnTo>
                        <a:lnTo>
                          <a:pt x="7268" y="49274"/>
                        </a:lnTo>
                        <a:cubicBezTo>
                          <a:pt x="7664" y="48862"/>
                          <a:pt x="7893" y="48329"/>
                          <a:pt x="7893" y="47750"/>
                        </a:cubicBezTo>
                        <a:lnTo>
                          <a:pt x="7893" y="42494"/>
                        </a:lnTo>
                        <a:cubicBezTo>
                          <a:pt x="7893" y="42006"/>
                          <a:pt x="8091" y="41549"/>
                          <a:pt x="8426" y="41199"/>
                        </a:cubicBezTo>
                        <a:lnTo>
                          <a:pt x="10757" y="38883"/>
                        </a:lnTo>
                        <a:cubicBezTo>
                          <a:pt x="11154" y="38456"/>
                          <a:pt x="11382" y="37923"/>
                          <a:pt x="11382" y="37359"/>
                        </a:cubicBezTo>
                        <a:cubicBezTo>
                          <a:pt x="11382" y="36765"/>
                          <a:pt x="11154" y="36232"/>
                          <a:pt x="10757" y="35835"/>
                        </a:cubicBezTo>
                        <a:lnTo>
                          <a:pt x="3581" y="28644"/>
                        </a:lnTo>
                        <a:cubicBezTo>
                          <a:pt x="2850" y="27943"/>
                          <a:pt x="2850" y="26785"/>
                          <a:pt x="3581" y="26054"/>
                        </a:cubicBezTo>
                        <a:lnTo>
                          <a:pt x="8274" y="21346"/>
                        </a:lnTo>
                        <a:cubicBezTo>
                          <a:pt x="8624" y="21011"/>
                          <a:pt x="9081" y="20813"/>
                          <a:pt x="9569" y="20813"/>
                        </a:cubicBezTo>
                        <a:lnTo>
                          <a:pt x="10209" y="20813"/>
                        </a:lnTo>
                        <a:cubicBezTo>
                          <a:pt x="10788" y="20813"/>
                          <a:pt x="11321" y="20584"/>
                          <a:pt x="11732" y="20188"/>
                        </a:cubicBezTo>
                        <a:lnTo>
                          <a:pt x="12753" y="19167"/>
                        </a:lnTo>
                        <a:cubicBezTo>
                          <a:pt x="13149" y="18741"/>
                          <a:pt x="13378" y="18208"/>
                          <a:pt x="13378" y="17644"/>
                        </a:cubicBezTo>
                        <a:cubicBezTo>
                          <a:pt x="13378" y="17050"/>
                          <a:pt x="13149" y="16516"/>
                          <a:pt x="12753" y="16120"/>
                        </a:cubicBezTo>
                        <a:cubicBezTo>
                          <a:pt x="12418" y="15770"/>
                          <a:pt x="12220" y="15313"/>
                          <a:pt x="12220" y="14825"/>
                        </a:cubicBezTo>
                        <a:cubicBezTo>
                          <a:pt x="12220" y="14322"/>
                          <a:pt x="12418" y="13865"/>
                          <a:pt x="12753" y="13530"/>
                        </a:cubicBezTo>
                        <a:lnTo>
                          <a:pt x="14140" y="12128"/>
                        </a:lnTo>
                        <a:cubicBezTo>
                          <a:pt x="14490" y="11793"/>
                          <a:pt x="14947" y="11595"/>
                          <a:pt x="15435" y="11595"/>
                        </a:cubicBezTo>
                        <a:cubicBezTo>
                          <a:pt x="15938" y="11595"/>
                          <a:pt x="16395" y="11793"/>
                          <a:pt x="16730" y="12128"/>
                        </a:cubicBezTo>
                        <a:lnTo>
                          <a:pt x="19107" y="14520"/>
                        </a:lnTo>
                        <a:cubicBezTo>
                          <a:pt x="19526" y="14939"/>
                          <a:pt x="20074" y="15149"/>
                          <a:pt x="20623" y="15149"/>
                        </a:cubicBezTo>
                        <a:cubicBezTo>
                          <a:pt x="21171" y="15149"/>
                          <a:pt x="21720" y="14939"/>
                          <a:pt x="22139" y="14520"/>
                        </a:cubicBezTo>
                        <a:lnTo>
                          <a:pt x="23297" y="13347"/>
                        </a:lnTo>
                        <a:cubicBezTo>
                          <a:pt x="23708" y="12936"/>
                          <a:pt x="23936" y="12403"/>
                          <a:pt x="23936" y="11824"/>
                        </a:cubicBezTo>
                        <a:cubicBezTo>
                          <a:pt x="23936" y="11260"/>
                          <a:pt x="23708" y="10711"/>
                          <a:pt x="23297" y="10300"/>
                        </a:cubicBezTo>
                        <a:lnTo>
                          <a:pt x="12997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2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5" name="Google Shape;195;p5"/>
                  <p:cNvSpPr/>
                  <p:nvPr/>
                </p:nvSpPr>
                <p:spPr>
                  <a:xfrm rot="10800000">
                    <a:off x="-156450" y="3454901"/>
                    <a:ext cx="844677" cy="198552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937" h="56267" extrusionOk="0">
                        <a:moveTo>
                          <a:pt x="12997" y="0"/>
                        </a:moveTo>
                        <a:lnTo>
                          <a:pt x="12784" y="214"/>
                        </a:lnTo>
                        <a:lnTo>
                          <a:pt x="23098" y="10513"/>
                        </a:lnTo>
                        <a:cubicBezTo>
                          <a:pt x="23434" y="10848"/>
                          <a:pt x="23632" y="11305"/>
                          <a:pt x="23632" y="11808"/>
                        </a:cubicBezTo>
                        <a:cubicBezTo>
                          <a:pt x="23632" y="12296"/>
                          <a:pt x="23434" y="12753"/>
                          <a:pt x="23098" y="13103"/>
                        </a:cubicBezTo>
                        <a:lnTo>
                          <a:pt x="21925" y="14261"/>
                        </a:lnTo>
                        <a:cubicBezTo>
                          <a:pt x="21575" y="14627"/>
                          <a:pt x="21110" y="14810"/>
                          <a:pt x="20642" y="14810"/>
                        </a:cubicBezTo>
                        <a:cubicBezTo>
                          <a:pt x="20173" y="14810"/>
                          <a:pt x="19701" y="14627"/>
                          <a:pt x="19335" y="14261"/>
                        </a:cubicBezTo>
                        <a:lnTo>
                          <a:pt x="16958" y="11884"/>
                        </a:lnTo>
                        <a:cubicBezTo>
                          <a:pt x="16547" y="11488"/>
                          <a:pt x="16029" y="11260"/>
                          <a:pt x="15435" y="11260"/>
                        </a:cubicBezTo>
                        <a:cubicBezTo>
                          <a:pt x="14840" y="11260"/>
                          <a:pt x="14307" y="11488"/>
                          <a:pt x="13911" y="11884"/>
                        </a:cubicBezTo>
                        <a:lnTo>
                          <a:pt x="12525" y="13271"/>
                        </a:lnTo>
                        <a:cubicBezTo>
                          <a:pt x="11687" y="14109"/>
                          <a:pt x="11687" y="15465"/>
                          <a:pt x="12525" y="16303"/>
                        </a:cubicBezTo>
                        <a:cubicBezTo>
                          <a:pt x="12860" y="16638"/>
                          <a:pt x="13058" y="17095"/>
                          <a:pt x="13058" y="17598"/>
                        </a:cubicBezTo>
                        <a:cubicBezTo>
                          <a:pt x="13058" y="18085"/>
                          <a:pt x="12860" y="18543"/>
                          <a:pt x="12525" y="18893"/>
                        </a:cubicBezTo>
                        <a:lnTo>
                          <a:pt x="11489" y="19914"/>
                        </a:lnTo>
                        <a:cubicBezTo>
                          <a:pt x="11153" y="20264"/>
                          <a:pt x="10696" y="20447"/>
                          <a:pt x="10193" y="20447"/>
                        </a:cubicBezTo>
                        <a:lnTo>
                          <a:pt x="9569" y="20447"/>
                        </a:lnTo>
                        <a:cubicBezTo>
                          <a:pt x="8975" y="20447"/>
                          <a:pt x="8441" y="20676"/>
                          <a:pt x="8045" y="21087"/>
                        </a:cubicBezTo>
                        <a:lnTo>
                          <a:pt x="3337" y="25780"/>
                        </a:lnTo>
                        <a:cubicBezTo>
                          <a:pt x="2941" y="26206"/>
                          <a:pt x="2713" y="26739"/>
                          <a:pt x="2713" y="27303"/>
                        </a:cubicBezTo>
                        <a:cubicBezTo>
                          <a:pt x="2713" y="27897"/>
                          <a:pt x="2941" y="28431"/>
                          <a:pt x="3337" y="28827"/>
                        </a:cubicBezTo>
                        <a:lnTo>
                          <a:pt x="10529" y="36018"/>
                        </a:lnTo>
                        <a:cubicBezTo>
                          <a:pt x="11245" y="36719"/>
                          <a:pt x="11245" y="37877"/>
                          <a:pt x="10529" y="38608"/>
                        </a:cubicBezTo>
                        <a:lnTo>
                          <a:pt x="8198" y="40924"/>
                        </a:lnTo>
                        <a:cubicBezTo>
                          <a:pt x="7801" y="41351"/>
                          <a:pt x="7573" y="41884"/>
                          <a:pt x="7573" y="42448"/>
                        </a:cubicBezTo>
                        <a:lnTo>
                          <a:pt x="7573" y="47704"/>
                        </a:lnTo>
                        <a:cubicBezTo>
                          <a:pt x="7573" y="48207"/>
                          <a:pt x="7375" y="48664"/>
                          <a:pt x="7040" y="48999"/>
                        </a:cubicBezTo>
                        <a:lnTo>
                          <a:pt x="1" y="56053"/>
                        </a:lnTo>
                        <a:lnTo>
                          <a:pt x="199" y="56267"/>
                        </a:lnTo>
                        <a:lnTo>
                          <a:pt x="7268" y="49212"/>
                        </a:lnTo>
                        <a:cubicBezTo>
                          <a:pt x="7664" y="48801"/>
                          <a:pt x="7893" y="48268"/>
                          <a:pt x="7893" y="47689"/>
                        </a:cubicBezTo>
                        <a:lnTo>
                          <a:pt x="7893" y="42432"/>
                        </a:lnTo>
                        <a:cubicBezTo>
                          <a:pt x="7893" y="41945"/>
                          <a:pt x="8091" y="41473"/>
                          <a:pt x="8426" y="41137"/>
                        </a:cubicBezTo>
                        <a:lnTo>
                          <a:pt x="10757" y="38806"/>
                        </a:lnTo>
                        <a:cubicBezTo>
                          <a:pt x="11595" y="37984"/>
                          <a:pt x="11595" y="36628"/>
                          <a:pt x="10757" y="35790"/>
                        </a:cubicBezTo>
                        <a:lnTo>
                          <a:pt x="3581" y="28598"/>
                        </a:lnTo>
                        <a:cubicBezTo>
                          <a:pt x="3231" y="28263"/>
                          <a:pt x="3048" y="27806"/>
                          <a:pt x="3048" y="27318"/>
                        </a:cubicBezTo>
                        <a:cubicBezTo>
                          <a:pt x="3048" y="26816"/>
                          <a:pt x="3231" y="26359"/>
                          <a:pt x="3581" y="26023"/>
                        </a:cubicBezTo>
                        <a:lnTo>
                          <a:pt x="8274" y="21346"/>
                        </a:lnTo>
                        <a:cubicBezTo>
                          <a:pt x="8624" y="21011"/>
                          <a:pt x="9081" y="20813"/>
                          <a:pt x="9569" y="20813"/>
                        </a:cubicBezTo>
                        <a:lnTo>
                          <a:pt x="10209" y="20813"/>
                        </a:lnTo>
                        <a:cubicBezTo>
                          <a:pt x="10788" y="20813"/>
                          <a:pt x="11321" y="20584"/>
                          <a:pt x="11732" y="20188"/>
                        </a:cubicBezTo>
                        <a:lnTo>
                          <a:pt x="12753" y="19152"/>
                        </a:lnTo>
                        <a:cubicBezTo>
                          <a:pt x="13149" y="18741"/>
                          <a:pt x="13378" y="18207"/>
                          <a:pt x="13378" y="17628"/>
                        </a:cubicBezTo>
                        <a:cubicBezTo>
                          <a:pt x="13378" y="17049"/>
                          <a:pt x="13149" y="16516"/>
                          <a:pt x="12753" y="16105"/>
                        </a:cubicBezTo>
                        <a:cubicBezTo>
                          <a:pt x="12037" y="15404"/>
                          <a:pt x="12037" y="14246"/>
                          <a:pt x="12753" y="13515"/>
                        </a:cubicBezTo>
                        <a:lnTo>
                          <a:pt x="14140" y="12128"/>
                        </a:lnTo>
                        <a:cubicBezTo>
                          <a:pt x="14490" y="11793"/>
                          <a:pt x="14947" y="11595"/>
                          <a:pt x="15435" y="11595"/>
                        </a:cubicBezTo>
                        <a:cubicBezTo>
                          <a:pt x="15937" y="11595"/>
                          <a:pt x="16395" y="11793"/>
                          <a:pt x="16730" y="12128"/>
                        </a:cubicBezTo>
                        <a:lnTo>
                          <a:pt x="19106" y="14505"/>
                        </a:lnTo>
                        <a:cubicBezTo>
                          <a:pt x="19525" y="14924"/>
                          <a:pt x="20074" y="15133"/>
                          <a:pt x="20622" y="15133"/>
                        </a:cubicBezTo>
                        <a:cubicBezTo>
                          <a:pt x="21171" y="15133"/>
                          <a:pt x="21719" y="14924"/>
                          <a:pt x="22138" y="14505"/>
                        </a:cubicBezTo>
                        <a:lnTo>
                          <a:pt x="23296" y="13347"/>
                        </a:lnTo>
                        <a:cubicBezTo>
                          <a:pt x="23708" y="12936"/>
                          <a:pt x="23936" y="12402"/>
                          <a:pt x="23936" y="11823"/>
                        </a:cubicBezTo>
                        <a:cubicBezTo>
                          <a:pt x="23936" y="11229"/>
                          <a:pt x="23708" y="10696"/>
                          <a:pt x="23296" y="10300"/>
                        </a:cubicBezTo>
                        <a:lnTo>
                          <a:pt x="12997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2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96" name="Google Shape;196;p5"/>
                <p:cNvGrpSpPr/>
                <p:nvPr/>
              </p:nvGrpSpPr>
              <p:grpSpPr>
                <a:xfrm>
                  <a:off x="363249" y="4906873"/>
                  <a:ext cx="699940" cy="478601"/>
                  <a:chOff x="39722" y="4349021"/>
                  <a:chExt cx="1061964" cy="726143"/>
                </a:xfrm>
              </p:grpSpPr>
              <p:grpSp>
                <p:nvGrpSpPr>
                  <p:cNvPr id="197" name="Google Shape;197;p5"/>
                  <p:cNvGrpSpPr/>
                  <p:nvPr/>
                </p:nvGrpSpPr>
                <p:grpSpPr>
                  <a:xfrm rot="2700000">
                    <a:off x="140502" y="4460924"/>
                    <a:ext cx="524584" cy="502337"/>
                    <a:chOff x="1189791" y="-1767331"/>
                    <a:chExt cx="904284" cy="865933"/>
                  </a:xfrm>
                </p:grpSpPr>
                <p:sp>
                  <p:nvSpPr>
                    <p:cNvPr id="198" name="Google Shape;198;p5"/>
                    <p:cNvSpPr/>
                    <p:nvPr/>
                  </p:nvSpPr>
                  <p:spPr>
                    <a:xfrm>
                      <a:off x="1189791" y="-1767331"/>
                      <a:ext cx="904284" cy="86593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6902" h="35337" extrusionOk="0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/>
                        </a:gs>
                        <a:gs pos="18000">
                          <a:schemeClr val="lt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chemeClr val="lt1"/>
                        </a:gs>
                        <a:gs pos="100000">
                          <a:srgbClr val="9900FF">
                            <a:alpha val="28627"/>
                          </a:srgb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grpSp>
                  <p:nvGrpSpPr>
                    <p:cNvPr id="199" name="Google Shape;199;p5"/>
                    <p:cNvGrpSpPr/>
                    <p:nvPr/>
                  </p:nvGrpSpPr>
                  <p:grpSpPr>
                    <a:xfrm>
                      <a:off x="1232795" y="-1740829"/>
                      <a:ext cx="717621" cy="717392"/>
                      <a:chOff x="1483457" y="3953671"/>
                      <a:chExt cx="717621" cy="717392"/>
                    </a:xfrm>
                  </p:grpSpPr>
                  <p:sp>
                    <p:nvSpPr>
                      <p:cNvPr id="200" name="Google Shape;200;p5"/>
                      <p:cNvSpPr/>
                      <p:nvPr/>
                    </p:nvSpPr>
                    <p:spPr>
                      <a:xfrm>
                        <a:off x="1483457" y="4257265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01" name="Google Shape;201;p5"/>
                      <p:cNvSpPr/>
                      <p:nvPr/>
                    </p:nvSpPr>
                    <p:spPr>
                      <a:xfrm>
                        <a:off x="1559470" y="4181481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02" name="Google Shape;202;p5"/>
                      <p:cNvSpPr/>
                      <p:nvPr/>
                    </p:nvSpPr>
                    <p:spPr>
                      <a:xfrm>
                        <a:off x="1635483" y="4105239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03" name="Google Shape;203;p5"/>
                      <p:cNvSpPr/>
                      <p:nvPr/>
                    </p:nvSpPr>
                    <p:spPr>
                      <a:xfrm>
                        <a:off x="1711267" y="4029455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04" name="Google Shape;204;p5"/>
                      <p:cNvSpPr/>
                      <p:nvPr/>
                    </p:nvSpPr>
                    <p:spPr>
                      <a:xfrm>
                        <a:off x="1787280" y="3953671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</p:grpSp>
              <p:sp>
                <p:nvSpPr>
                  <p:cNvPr id="205" name="Google Shape;205;p5"/>
                  <p:cNvSpPr/>
                  <p:nvPr/>
                </p:nvSpPr>
                <p:spPr>
                  <a:xfrm rot="-2700000">
                    <a:off x="542534" y="4469276"/>
                    <a:ext cx="492898" cy="3915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612" h="35440" extrusionOk="0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206" name="Google Shape;206;p5"/>
                <p:cNvGrpSpPr/>
                <p:nvPr/>
              </p:nvGrpSpPr>
              <p:grpSpPr>
                <a:xfrm rot="-5400000">
                  <a:off x="-461873" y="3769393"/>
                  <a:ext cx="1351491" cy="1047516"/>
                  <a:chOff x="-2460210" y="2758493"/>
                  <a:chExt cx="1351491" cy="1047516"/>
                </a:xfrm>
              </p:grpSpPr>
              <p:sp>
                <p:nvSpPr>
                  <p:cNvPr id="207" name="Google Shape;207;p5"/>
                  <p:cNvSpPr/>
                  <p:nvPr/>
                </p:nvSpPr>
                <p:spPr>
                  <a:xfrm rot="-2700000">
                    <a:off x="-2341816" y="3108554"/>
                    <a:ext cx="582127" cy="5759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171" h="35790" extrusionOk="0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8" name="Google Shape;208;p5"/>
                  <p:cNvSpPr/>
                  <p:nvPr/>
                </p:nvSpPr>
                <p:spPr>
                  <a:xfrm rot="-2700000">
                    <a:off x="-2157466" y="3032354"/>
                    <a:ext cx="582127" cy="5759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171" h="35790" extrusionOk="0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9" name="Google Shape;209;p5"/>
                  <p:cNvSpPr/>
                  <p:nvPr/>
                </p:nvSpPr>
                <p:spPr>
                  <a:xfrm rot="-2700000">
                    <a:off x="-1993591" y="2956154"/>
                    <a:ext cx="582127" cy="5759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171" h="35790" extrusionOk="0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0" name="Google Shape;210;p5"/>
                  <p:cNvSpPr/>
                  <p:nvPr/>
                </p:nvSpPr>
                <p:spPr>
                  <a:xfrm rot="-2700000">
                    <a:off x="-1809241" y="2879954"/>
                    <a:ext cx="582127" cy="5759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171" h="35790" extrusionOk="0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211" name="Google Shape;211;p5"/>
                <p:cNvGrpSpPr/>
                <p:nvPr/>
              </p:nvGrpSpPr>
              <p:grpSpPr>
                <a:xfrm>
                  <a:off x="438999" y="4567398"/>
                  <a:ext cx="699940" cy="478601"/>
                  <a:chOff x="39722" y="4349021"/>
                  <a:chExt cx="1061964" cy="726143"/>
                </a:xfrm>
              </p:grpSpPr>
              <p:grpSp>
                <p:nvGrpSpPr>
                  <p:cNvPr id="212" name="Google Shape;212;p5"/>
                  <p:cNvGrpSpPr/>
                  <p:nvPr/>
                </p:nvGrpSpPr>
                <p:grpSpPr>
                  <a:xfrm rot="2700000">
                    <a:off x="140502" y="4460924"/>
                    <a:ext cx="524584" cy="502337"/>
                    <a:chOff x="1189791" y="-1767331"/>
                    <a:chExt cx="904284" cy="865933"/>
                  </a:xfrm>
                </p:grpSpPr>
                <p:sp>
                  <p:nvSpPr>
                    <p:cNvPr id="213" name="Google Shape;213;p5"/>
                    <p:cNvSpPr/>
                    <p:nvPr/>
                  </p:nvSpPr>
                  <p:spPr>
                    <a:xfrm>
                      <a:off x="1189791" y="-1767331"/>
                      <a:ext cx="904284" cy="86593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6902" h="35337" extrusionOk="0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/>
                        </a:gs>
                        <a:gs pos="18000">
                          <a:schemeClr val="lt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chemeClr val="lt1"/>
                        </a:gs>
                        <a:gs pos="100000">
                          <a:srgbClr val="9900FF">
                            <a:alpha val="28627"/>
                          </a:srgb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grpSp>
                  <p:nvGrpSpPr>
                    <p:cNvPr id="214" name="Google Shape;214;p5"/>
                    <p:cNvGrpSpPr/>
                    <p:nvPr/>
                  </p:nvGrpSpPr>
                  <p:grpSpPr>
                    <a:xfrm>
                      <a:off x="1232795" y="-1740829"/>
                      <a:ext cx="717621" cy="717392"/>
                      <a:chOff x="1483457" y="3953671"/>
                      <a:chExt cx="717621" cy="717392"/>
                    </a:xfrm>
                  </p:grpSpPr>
                  <p:sp>
                    <p:nvSpPr>
                      <p:cNvPr id="215" name="Google Shape;215;p5"/>
                      <p:cNvSpPr/>
                      <p:nvPr/>
                    </p:nvSpPr>
                    <p:spPr>
                      <a:xfrm>
                        <a:off x="1483457" y="4257265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16" name="Google Shape;216;p5"/>
                      <p:cNvSpPr/>
                      <p:nvPr/>
                    </p:nvSpPr>
                    <p:spPr>
                      <a:xfrm>
                        <a:off x="1559470" y="4181481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17" name="Google Shape;217;p5"/>
                      <p:cNvSpPr/>
                      <p:nvPr/>
                    </p:nvSpPr>
                    <p:spPr>
                      <a:xfrm>
                        <a:off x="1635483" y="4105239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18" name="Google Shape;218;p5"/>
                      <p:cNvSpPr/>
                      <p:nvPr/>
                    </p:nvSpPr>
                    <p:spPr>
                      <a:xfrm>
                        <a:off x="1711267" y="4029455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19" name="Google Shape;219;p5"/>
                      <p:cNvSpPr/>
                      <p:nvPr/>
                    </p:nvSpPr>
                    <p:spPr>
                      <a:xfrm>
                        <a:off x="1787280" y="3953671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</p:grpSp>
              <p:sp>
                <p:nvSpPr>
                  <p:cNvPr id="220" name="Google Shape;220;p5"/>
                  <p:cNvSpPr/>
                  <p:nvPr/>
                </p:nvSpPr>
                <p:spPr>
                  <a:xfrm rot="-2700000">
                    <a:off x="542534" y="4469276"/>
                    <a:ext cx="492898" cy="3915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612" h="35440" extrusionOk="0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221" name="Google Shape;221;p5"/>
                <p:cNvGrpSpPr/>
                <p:nvPr/>
              </p:nvGrpSpPr>
              <p:grpSpPr>
                <a:xfrm>
                  <a:off x="-65076" y="4623886"/>
                  <a:ext cx="699940" cy="478601"/>
                  <a:chOff x="39722" y="4349021"/>
                  <a:chExt cx="1061964" cy="726143"/>
                </a:xfrm>
              </p:grpSpPr>
              <p:grpSp>
                <p:nvGrpSpPr>
                  <p:cNvPr id="222" name="Google Shape;222;p5"/>
                  <p:cNvGrpSpPr/>
                  <p:nvPr/>
                </p:nvGrpSpPr>
                <p:grpSpPr>
                  <a:xfrm rot="2700000">
                    <a:off x="140502" y="4460924"/>
                    <a:ext cx="524584" cy="502337"/>
                    <a:chOff x="1189791" y="-1767331"/>
                    <a:chExt cx="904284" cy="865933"/>
                  </a:xfrm>
                </p:grpSpPr>
                <p:sp>
                  <p:nvSpPr>
                    <p:cNvPr id="223" name="Google Shape;223;p5"/>
                    <p:cNvSpPr/>
                    <p:nvPr/>
                  </p:nvSpPr>
                  <p:spPr>
                    <a:xfrm>
                      <a:off x="1189791" y="-1767331"/>
                      <a:ext cx="904284" cy="86593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6902" h="35337" extrusionOk="0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/>
                        </a:gs>
                        <a:gs pos="18000">
                          <a:schemeClr val="lt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chemeClr val="lt1"/>
                        </a:gs>
                        <a:gs pos="100000">
                          <a:srgbClr val="9900FF">
                            <a:alpha val="28627"/>
                          </a:srgb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grpSp>
                  <p:nvGrpSpPr>
                    <p:cNvPr id="224" name="Google Shape;224;p5"/>
                    <p:cNvGrpSpPr/>
                    <p:nvPr/>
                  </p:nvGrpSpPr>
                  <p:grpSpPr>
                    <a:xfrm>
                      <a:off x="1232795" y="-1740829"/>
                      <a:ext cx="717621" cy="717392"/>
                      <a:chOff x="1483457" y="3953671"/>
                      <a:chExt cx="717621" cy="717392"/>
                    </a:xfrm>
                  </p:grpSpPr>
                  <p:sp>
                    <p:nvSpPr>
                      <p:cNvPr id="225" name="Google Shape;225;p5"/>
                      <p:cNvSpPr/>
                      <p:nvPr/>
                    </p:nvSpPr>
                    <p:spPr>
                      <a:xfrm>
                        <a:off x="1483457" y="4257265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26" name="Google Shape;226;p5"/>
                      <p:cNvSpPr/>
                      <p:nvPr/>
                    </p:nvSpPr>
                    <p:spPr>
                      <a:xfrm>
                        <a:off x="1559470" y="4181481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27" name="Google Shape;227;p5"/>
                      <p:cNvSpPr/>
                      <p:nvPr/>
                    </p:nvSpPr>
                    <p:spPr>
                      <a:xfrm>
                        <a:off x="1635483" y="4105239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28" name="Google Shape;228;p5"/>
                      <p:cNvSpPr/>
                      <p:nvPr/>
                    </p:nvSpPr>
                    <p:spPr>
                      <a:xfrm>
                        <a:off x="1711267" y="4029455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29" name="Google Shape;229;p5"/>
                      <p:cNvSpPr/>
                      <p:nvPr/>
                    </p:nvSpPr>
                    <p:spPr>
                      <a:xfrm>
                        <a:off x="1787280" y="3953671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</p:grpSp>
              <p:sp>
                <p:nvSpPr>
                  <p:cNvPr id="230" name="Google Shape;230;p5"/>
                  <p:cNvSpPr/>
                  <p:nvPr/>
                </p:nvSpPr>
                <p:spPr>
                  <a:xfrm rot="-2700000">
                    <a:off x="542534" y="4469276"/>
                    <a:ext cx="492898" cy="3915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612" h="35440" extrusionOk="0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231" name="Google Shape;231;p5"/>
            <p:cNvGrpSpPr/>
            <p:nvPr/>
          </p:nvGrpSpPr>
          <p:grpSpPr>
            <a:xfrm rot="5400000">
              <a:off x="1147388" y="4839000"/>
              <a:ext cx="439200" cy="439100"/>
              <a:chOff x="1101075" y="2142375"/>
              <a:chExt cx="439200" cy="439100"/>
            </a:xfrm>
          </p:grpSpPr>
          <p:sp>
            <p:nvSpPr>
              <p:cNvPr id="232" name="Google Shape;232;p5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5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34" name="Google Shape;234;p5"/>
          <p:cNvGrpSpPr/>
          <p:nvPr/>
        </p:nvGrpSpPr>
        <p:grpSpPr>
          <a:xfrm>
            <a:off x="-2352525" y="-402069"/>
            <a:ext cx="5307515" cy="2438355"/>
            <a:chOff x="-2276325" y="-249669"/>
            <a:chExt cx="5307515" cy="2438355"/>
          </a:xfrm>
        </p:grpSpPr>
        <p:grpSp>
          <p:nvGrpSpPr>
            <p:cNvPr id="235" name="Google Shape;235;p5"/>
            <p:cNvGrpSpPr/>
            <p:nvPr/>
          </p:nvGrpSpPr>
          <p:grpSpPr>
            <a:xfrm rot="10800000">
              <a:off x="-1297788" y="-249669"/>
              <a:ext cx="2601921" cy="2438355"/>
              <a:chOff x="7340128" y="2866613"/>
              <a:chExt cx="2439225" cy="2438355"/>
            </a:xfrm>
          </p:grpSpPr>
          <p:sp>
            <p:nvSpPr>
              <p:cNvPr id="236" name="Google Shape;236;p5"/>
              <p:cNvSpPr/>
              <p:nvPr/>
            </p:nvSpPr>
            <p:spPr>
              <a:xfrm rot="2700000" flipH="1">
                <a:off x="8012290" y="2875755"/>
                <a:ext cx="981794" cy="230783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5"/>
              <p:cNvSpPr/>
              <p:nvPr/>
            </p:nvSpPr>
            <p:spPr>
              <a:xfrm rot="2700000" flipH="1">
                <a:off x="8125398" y="2987994"/>
                <a:ext cx="981794" cy="230783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38" name="Google Shape;238;p5"/>
            <p:cNvSpPr/>
            <p:nvPr/>
          </p:nvSpPr>
          <p:spPr>
            <a:xfrm rot="-5400000">
              <a:off x="1755111" y="-896010"/>
              <a:ext cx="577450" cy="1974708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9" name="Google Shape;239;p5"/>
            <p:cNvGrpSpPr/>
            <p:nvPr/>
          </p:nvGrpSpPr>
          <p:grpSpPr>
            <a:xfrm>
              <a:off x="-2276325" y="245976"/>
              <a:ext cx="4558967" cy="134100"/>
              <a:chOff x="796100" y="3019701"/>
              <a:chExt cx="4558967" cy="134100"/>
            </a:xfrm>
          </p:grpSpPr>
          <p:sp>
            <p:nvSpPr>
              <p:cNvPr id="240" name="Google Shape;240;p5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41" name="Google Shape;241;p5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42" name="Google Shape;242;p5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43" name="Google Shape;243;p5"/>
          <p:cNvGrpSpPr/>
          <p:nvPr/>
        </p:nvGrpSpPr>
        <p:grpSpPr>
          <a:xfrm>
            <a:off x="6795100" y="3095213"/>
            <a:ext cx="4558967" cy="2438355"/>
            <a:chOff x="6490300" y="2866613"/>
            <a:chExt cx="4558967" cy="2438355"/>
          </a:xfrm>
        </p:grpSpPr>
        <p:grpSp>
          <p:nvGrpSpPr>
            <p:cNvPr id="244" name="Google Shape;244;p5"/>
            <p:cNvGrpSpPr/>
            <p:nvPr/>
          </p:nvGrpSpPr>
          <p:grpSpPr>
            <a:xfrm>
              <a:off x="7340128" y="2866613"/>
              <a:ext cx="2439225" cy="2438355"/>
              <a:chOff x="7340128" y="2866613"/>
              <a:chExt cx="2439225" cy="2438355"/>
            </a:xfrm>
          </p:grpSpPr>
          <p:sp>
            <p:nvSpPr>
              <p:cNvPr id="245" name="Google Shape;245;p5"/>
              <p:cNvSpPr/>
              <p:nvPr/>
            </p:nvSpPr>
            <p:spPr>
              <a:xfrm rot="2700000" flipH="1">
                <a:off x="8012290" y="2875755"/>
                <a:ext cx="981794" cy="230783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5"/>
              <p:cNvSpPr/>
              <p:nvPr/>
            </p:nvSpPr>
            <p:spPr>
              <a:xfrm rot="2700000" flipH="1">
                <a:off x="8125398" y="2987994"/>
                <a:ext cx="981794" cy="230783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7" name="Google Shape;247;p5"/>
            <p:cNvGrpSpPr/>
            <p:nvPr/>
          </p:nvGrpSpPr>
          <p:grpSpPr>
            <a:xfrm rot="10800000">
              <a:off x="6490300" y="4774026"/>
              <a:ext cx="4558967" cy="134100"/>
              <a:chOff x="796100" y="3019701"/>
              <a:chExt cx="4558967" cy="134100"/>
            </a:xfrm>
          </p:grpSpPr>
          <p:sp>
            <p:nvSpPr>
              <p:cNvPr id="248" name="Google Shape;248;p5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49" name="Google Shape;249;p5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50" name="Google Shape;250;p5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9"/>
          <p:cNvSpPr txBox="1">
            <a:spLocks noGrp="1"/>
          </p:cNvSpPr>
          <p:nvPr>
            <p:ph type="title"/>
          </p:nvPr>
        </p:nvSpPr>
        <p:spPr>
          <a:xfrm>
            <a:off x="720000" y="919750"/>
            <a:ext cx="3145200" cy="140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77" name="Google Shape;377;p9"/>
          <p:cNvSpPr txBox="1">
            <a:spLocks noGrp="1"/>
          </p:cNvSpPr>
          <p:nvPr>
            <p:ph type="subTitle" idx="1"/>
          </p:nvPr>
        </p:nvSpPr>
        <p:spPr>
          <a:xfrm>
            <a:off x="720000" y="2628350"/>
            <a:ext cx="3145200" cy="159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Open Sans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Open Sans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Open Sans"/>
              <a:buChar char="■"/>
              <a:defRPr/>
            </a:lvl9pPr>
          </a:lstStyle>
          <a:p>
            <a:endParaRPr/>
          </a:p>
        </p:txBody>
      </p:sp>
      <p:sp>
        <p:nvSpPr>
          <p:cNvPr id="378" name="Google Shape;378;p9"/>
          <p:cNvSpPr>
            <a:spLocks noGrp="1"/>
          </p:cNvSpPr>
          <p:nvPr>
            <p:ph type="pic" idx="2"/>
          </p:nvPr>
        </p:nvSpPr>
        <p:spPr>
          <a:xfrm>
            <a:off x="4135800" y="539500"/>
            <a:ext cx="4295100" cy="4069200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grpSp>
        <p:nvGrpSpPr>
          <p:cNvPr id="379" name="Google Shape;379;p9"/>
          <p:cNvGrpSpPr/>
          <p:nvPr/>
        </p:nvGrpSpPr>
        <p:grpSpPr>
          <a:xfrm>
            <a:off x="-2393465" y="-1635538"/>
            <a:ext cx="4710415" cy="5344655"/>
            <a:chOff x="-2317265" y="-1559338"/>
            <a:chExt cx="4710415" cy="5344655"/>
          </a:xfrm>
        </p:grpSpPr>
        <p:pic>
          <p:nvPicPr>
            <p:cNvPr id="380" name="Google Shape;380;p9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-2317265" y="-1559338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81" name="Google Shape;381;p9"/>
            <p:cNvGrpSpPr/>
            <p:nvPr/>
          </p:nvGrpSpPr>
          <p:grpSpPr>
            <a:xfrm>
              <a:off x="-1322674" y="-1333888"/>
              <a:ext cx="3153315" cy="5119205"/>
              <a:chOff x="6643701" y="816087"/>
              <a:chExt cx="3153315" cy="5119205"/>
            </a:xfrm>
          </p:grpSpPr>
          <p:sp>
            <p:nvSpPr>
              <p:cNvPr id="382" name="Google Shape;382;p9"/>
              <p:cNvSpPr/>
              <p:nvPr/>
            </p:nvSpPr>
            <p:spPr>
              <a:xfrm>
                <a:off x="6643701" y="816087"/>
                <a:ext cx="3153315" cy="5119205"/>
              </a:xfrm>
              <a:custGeom>
                <a:avLst/>
                <a:gdLst/>
                <a:ahLst/>
                <a:cxnLst/>
                <a:rect l="l" t="t" r="r" b="b"/>
                <a:pathLst>
                  <a:path w="76882" h="124813" extrusionOk="0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83" name="Google Shape;383;p9"/>
              <p:cNvGrpSpPr/>
              <p:nvPr/>
            </p:nvGrpSpPr>
            <p:grpSpPr>
              <a:xfrm>
                <a:off x="8671986" y="2443197"/>
                <a:ext cx="134004" cy="134004"/>
                <a:chOff x="8356813" y="1074288"/>
                <a:chExt cx="351900" cy="351900"/>
              </a:xfrm>
            </p:grpSpPr>
            <p:sp>
              <p:nvSpPr>
                <p:cNvPr id="384" name="Google Shape;384;p9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5" name="Google Shape;385;p9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86" name="Google Shape;386;p9"/>
              <p:cNvGrpSpPr/>
              <p:nvPr/>
            </p:nvGrpSpPr>
            <p:grpSpPr>
              <a:xfrm>
                <a:off x="7678536" y="3129397"/>
                <a:ext cx="134004" cy="134004"/>
                <a:chOff x="8356813" y="1074288"/>
                <a:chExt cx="351900" cy="351900"/>
              </a:xfrm>
            </p:grpSpPr>
            <p:sp>
              <p:nvSpPr>
                <p:cNvPr id="387" name="Google Shape;387;p9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8" name="Google Shape;388;p9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89" name="Google Shape;389;p9"/>
              <p:cNvGrpSpPr/>
              <p:nvPr/>
            </p:nvGrpSpPr>
            <p:grpSpPr>
              <a:xfrm>
                <a:off x="8062611" y="3503222"/>
                <a:ext cx="134004" cy="134004"/>
                <a:chOff x="8356813" y="1074288"/>
                <a:chExt cx="351900" cy="351900"/>
              </a:xfrm>
            </p:grpSpPr>
            <p:sp>
              <p:nvSpPr>
                <p:cNvPr id="390" name="Google Shape;390;p9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1" name="Google Shape;391;p9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392" name="Google Shape;392;p9"/>
            <p:cNvGrpSpPr/>
            <p:nvPr/>
          </p:nvGrpSpPr>
          <p:grpSpPr>
            <a:xfrm>
              <a:off x="121568" y="-846844"/>
              <a:ext cx="88151" cy="2151709"/>
              <a:chOff x="3054755" y="4367024"/>
              <a:chExt cx="88142" cy="1137387"/>
            </a:xfrm>
          </p:grpSpPr>
          <p:sp>
            <p:nvSpPr>
              <p:cNvPr id="393" name="Google Shape;393;p9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7731" extrusionOk="0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Google Shape;394;p9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7731" extrusionOk="0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95" name="Google Shape;395;p9"/>
            <p:cNvGrpSpPr/>
            <p:nvPr/>
          </p:nvGrpSpPr>
          <p:grpSpPr>
            <a:xfrm>
              <a:off x="361243" y="-718832"/>
              <a:ext cx="88151" cy="2151709"/>
              <a:chOff x="3054755" y="4367024"/>
              <a:chExt cx="88142" cy="1137387"/>
            </a:xfrm>
          </p:grpSpPr>
          <p:sp>
            <p:nvSpPr>
              <p:cNvPr id="396" name="Google Shape;396;p9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7731" extrusionOk="0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97;p9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7731" extrusionOk="0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98" name="Google Shape;398;p9"/>
            <p:cNvSpPr/>
            <p:nvPr/>
          </p:nvSpPr>
          <p:spPr>
            <a:xfrm rot="5400000">
              <a:off x="501466" y="-1277128"/>
              <a:ext cx="1031181" cy="275218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99" name="Google Shape;399;p9"/>
            <p:cNvGrpSpPr/>
            <p:nvPr/>
          </p:nvGrpSpPr>
          <p:grpSpPr>
            <a:xfrm>
              <a:off x="-175967" y="337269"/>
              <a:ext cx="480890" cy="481200"/>
              <a:chOff x="959750" y="3039275"/>
              <a:chExt cx="582050" cy="582425"/>
            </a:xfrm>
          </p:grpSpPr>
          <p:sp>
            <p:nvSpPr>
              <p:cNvPr id="400" name="Google Shape;400;p9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Google Shape;401;p9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402;p9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9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404;p9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9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Google Shape;406;p9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07" name="Google Shape;407;p9"/>
          <p:cNvGrpSpPr/>
          <p:nvPr/>
        </p:nvGrpSpPr>
        <p:grpSpPr>
          <a:xfrm>
            <a:off x="6719910" y="2898312"/>
            <a:ext cx="3920501" cy="3213899"/>
            <a:chOff x="6643710" y="2822113"/>
            <a:chExt cx="3920501" cy="3213899"/>
          </a:xfrm>
        </p:grpSpPr>
        <p:sp>
          <p:nvSpPr>
            <p:cNvPr id="408" name="Google Shape;408;p9"/>
            <p:cNvSpPr/>
            <p:nvPr/>
          </p:nvSpPr>
          <p:spPr>
            <a:xfrm>
              <a:off x="8764950" y="2822113"/>
              <a:ext cx="480893" cy="475828"/>
            </a:xfrm>
            <a:custGeom>
              <a:avLst/>
              <a:gdLst/>
              <a:ahLst/>
              <a:cxnLst/>
              <a:rect l="l" t="t" r="r" b="b"/>
              <a:pathLst>
                <a:path w="36171" h="35790" extrusionOk="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409" name="Google Shape;409;p9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6643710" y="3043787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10" name="Google Shape;410;p9"/>
            <p:cNvGrpSpPr/>
            <p:nvPr/>
          </p:nvGrpSpPr>
          <p:grpSpPr>
            <a:xfrm>
              <a:off x="8671987" y="3471620"/>
              <a:ext cx="699928" cy="1651024"/>
              <a:chOff x="8337812" y="3492483"/>
              <a:chExt cx="699928" cy="1651024"/>
            </a:xfrm>
          </p:grpSpPr>
          <p:sp>
            <p:nvSpPr>
              <p:cNvPr id="411" name="Google Shape;411;p9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avLst/>
                <a:gdLst/>
                <a:ahLst/>
                <a:cxnLst/>
                <a:rect l="l" t="t" r="r" b="b"/>
                <a:pathLst>
                  <a:path w="11779" h="24714" extrusionOk="0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9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9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4" name="Google Shape;414;p9"/>
            <p:cNvGrpSpPr/>
            <p:nvPr/>
          </p:nvGrpSpPr>
          <p:grpSpPr>
            <a:xfrm>
              <a:off x="8279400" y="4281138"/>
              <a:ext cx="904666" cy="726121"/>
              <a:chOff x="7945225" y="4302000"/>
              <a:chExt cx="904666" cy="726121"/>
            </a:xfrm>
          </p:grpSpPr>
          <p:sp>
            <p:nvSpPr>
              <p:cNvPr id="415" name="Google Shape;415;p9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9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9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18" name="Google Shape;418;p9"/>
            <p:cNvSpPr/>
            <p:nvPr/>
          </p:nvSpPr>
          <p:spPr>
            <a:xfrm rot="10800000">
              <a:off x="7869624" y="2920269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9"/>
            <p:cNvSpPr/>
            <p:nvPr/>
          </p:nvSpPr>
          <p:spPr>
            <a:xfrm rot="10800000">
              <a:off x="8028970" y="2920884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0" name="Google Shape;420;p9"/>
          <p:cNvGrpSpPr/>
          <p:nvPr/>
        </p:nvGrpSpPr>
        <p:grpSpPr>
          <a:xfrm>
            <a:off x="-1953175" y="4816451"/>
            <a:ext cx="4558967" cy="134100"/>
            <a:chOff x="796100" y="3019701"/>
            <a:chExt cx="4558967" cy="134100"/>
          </a:xfrm>
        </p:grpSpPr>
        <p:sp>
          <p:nvSpPr>
            <p:cNvPr id="421" name="Google Shape;421;p9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22" name="Google Shape;422;p9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23" name="Google Shape;423;p9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96" name="Google Shape;496;p13"/>
          <p:cNvSpPr txBox="1">
            <a:spLocks noGrp="1"/>
          </p:cNvSpPr>
          <p:nvPr>
            <p:ph type="subTitle" idx="1"/>
          </p:nvPr>
        </p:nvSpPr>
        <p:spPr>
          <a:xfrm>
            <a:off x="720000" y="2244725"/>
            <a:ext cx="26610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7" name="Google Shape;497;p13"/>
          <p:cNvSpPr txBox="1">
            <a:spLocks noGrp="1"/>
          </p:cNvSpPr>
          <p:nvPr>
            <p:ph type="subTitle" idx="2"/>
          </p:nvPr>
        </p:nvSpPr>
        <p:spPr>
          <a:xfrm>
            <a:off x="4366700" y="2244725"/>
            <a:ext cx="26610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8" name="Google Shape;498;p13"/>
          <p:cNvSpPr txBox="1">
            <a:spLocks noGrp="1"/>
          </p:cNvSpPr>
          <p:nvPr>
            <p:ph type="subTitle" idx="3"/>
          </p:nvPr>
        </p:nvSpPr>
        <p:spPr>
          <a:xfrm>
            <a:off x="720000" y="3940900"/>
            <a:ext cx="26610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9" name="Google Shape;499;p13"/>
          <p:cNvSpPr txBox="1">
            <a:spLocks noGrp="1"/>
          </p:cNvSpPr>
          <p:nvPr>
            <p:ph type="subTitle" idx="4"/>
          </p:nvPr>
        </p:nvSpPr>
        <p:spPr>
          <a:xfrm>
            <a:off x="4366700" y="3940900"/>
            <a:ext cx="26610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0" name="Google Shape;500;p13"/>
          <p:cNvSpPr txBox="1">
            <a:spLocks noGrp="1"/>
          </p:cNvSpPr>
          <p:nvPr>
            <p:ph type="title" idx="5" hasCustomPrompt="1"/>
          </p:nvPr>
        </p:nvSpPr>
        <p:spPr>
          <a:xfrm>
            <a:off x="720003" y="1344775"/>
            <a:ext cx="1057500" cy="64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01" name="Google Shape;501;p13"/>
          <p:cNvSpPr txBox="1">
            <a:spLocks noGrp="1"/>
          </p:cNvSpPr>
          <p:nvPr>
            <p:ph type="title" idx="6" hasCustomPrompt="1"/>
          </p:nvPr>
        </p:nvSpPr>
        <p:spPr>
          <a:xfrm>
            <a:off x="720003" y="3040971"/>
            <a:ext cx="1057500" cy="64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02" name="Google Shape;502;p13"/>
          <p:cNvSpPr txBox="1">
            <a:spLocks noGrp="1"/>
          </p:cNvSpPr>
          <p:nvPr>
            <p:ph type="title" idx="7" hasCustomPrompt="1"/>
          </p:nvPr>
        </p:nvSpPr>
        <p:spPr>
          <a:xfrm>
            <a:off x="4366698" y="1344775"/>
            <a:ext cx="1057500" cy="64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03" name="Google Shape;503;p13"/>
          <p:cNvSpPr txBox="1">
            <a:spLocks noGrp="1"/>
          </p:cNvSpPr>
          <p:nvPr>
            <p:ph type="title" idx="8" hasCustomPrompt="1"/>
          </p:nvPr>
        </p:nvSpPr>
        <p:spPr>
          <a:xfrm>
            <a:off x="4366698" y="3040971"/>
            <a:ext cx="1057500" cy="64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04" name="Google Shape;504;p13"/>
          <p:cNvSpPr txBox="1">
            <a:spLocks noGrp="1"/>
          </p:cNvSpPr>
          <p:nvPr>
            <p:ph type="subTitle" idx="9"/>
          </p:nvPr>
        </p:nvSpPr>
        <p:spPr>
          <a:xfrm>
            <a:off x="720000" y="1918675"/>
            <a:ext cx="32337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19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505" name="Google Shape;505;p13"/>
          <p:cNvSpPr txBox="1">
            <a:spLocks noGrp="1"/>
          </p:cNvSpPr>
          <p:nvPr>
            <p:ph type="subTitle" idx="13"/>
          </p:nvPr>
        </p:nvSpPr>
        <p:spPr>
          <a:xfrm>
            <a:off x="4366698" y="1918675"/>
            <a:ext cx="32337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19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506" name="Google Shape;506;p13"/>
          <p:cNvSpPr txBox="1">
            <a:spLocks noGrp="1"/>
          </p:cNvSpPr>
          <p:nvPr>
            <p:ph type="subTitle" idx="14"/>
          </p:nvPr>
        </p:nvSpPr>
        <p:spPr>
          <a:xfrm>
            <a:off x="720000" y="3614801"/>
            <a:ext cx="32337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19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507" name="Google Shape;507;p13"/>
          <p:cNvSpPr txBox="1">
            <a:spLocks noGrp="1"/>
          </p:cNvSpPr>
          <p:nvPr>
            <p:ph type="subTitle" idx="15"/>
          </p:nvPr>
        </p:nvSpPr>
        <p:spPr>
          <a:xfrm>
            <a:off x="4366698" y="3614801"/>
            <a:ext cx="32337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19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grpSp>
        <p:nvGrpSpPr>
          <p:cNvPr id="508" name="Google Shape;508;p13"/>
          <p:cNvGrpSpPr/>
          <p:nvPr/>
        </p:nvGrpSpPr>
        <p:grpSpPr>
          <a:xfrm>
            <a:off x="-808923" y="2711465"/>
            <a:ext cx="2097951" cy="3309497"/>
            <a:chOff x="-656523" y="2711465"/>
            <a:chExt cx="2097951" cy="3309497"/>
          </a:xfrm>
        </p:grpSpPr>
        <p:sp>
          <p:nvSpPr>
            <p:cNvPr id="509" name="Google Shape;509;p13"/>
            <p:cNvSpPr/>
            <p:nvPr/>
          </p:nvSpPr>
          <p:spPr>
            <a:xfrm flipH="1">
              <a:off x="-352474" y="4279466"/>
              <a:ext cx="1139424" cy="986746"/>
            </a:xfrm>
            <a:custGeom>
              <a:avLst/>
              <a:gdLst/>
              <a:ahLst/>
              <a:cxnLst/>
              <a:rect l="l" t="t" r="r" b="b"/>
              <a:pathLst>
                <a:path w="51285" h="44413" extrusionOk="0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10" name="Google Shape;510;p13"/>
            <p:cNvGrpSpPr/>
            <p:nvPr/>
          </p:nvGrpSpPr>
          <p:grpSpPr>
            <a:xfrm>
              <a:off x="323479" y="4682324"/>
              <a:ext cx="328346" cy="328531"/>
              <a:chOff x="3678700" y="407275"/>
              <a:chExt cx="708100" cy="708500"/>
            </a:xfrm>
          </p:grpSpPr>
          <p:sp>
            <p:nvSpPr>
              <p:cNvPr id="511" name="Google Shape;511;p13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Google Shape;512;p13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13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Google Shape;514;p13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Google Shape;515;p13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Google Shape;516;p13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Google Shape;517;p13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18" name="Google Shape;518;p13"/>
            <p:cNvGrpSpPr/>
            <p:nvPr/>
          </p:nvGrpSpPr>
          <p:grpSpPr>
            <a:xfrm>
              <a:off x="-541317" y="2711465"/>
              <a:ext cx="1117945" cy="1598547"/>
              <a:chOff x="-541317" y="2711465"/>
              <a:chExt cx="1117945" cy="1598547"/>
            </a:xfrm>
          </p:grpSpPr>
          <p:sp>
            <p:nvSpPr>
              <p:cNvPr id="519" name="Google Shape;519;p13"/>
              <p:cNvSpPr/>
              <p:nvPr/>
            </p:nvSpPr>
            <p:spPr>
              <a:xfrm rot="8999999">
                <a:off x="-132025" y="2659081"/>
                <a:ext cx="246869" cy="1703314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chemeClr val="dk2">
                  <a:alpha val="3136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20" name="Google Shape;520;p13"/>
              <p:cNvGrpSpPr/>
              <p:nvPr/>
            </p:nvGrpSpPr>
            <p:grpSpPr>
              <a:xfrm>
                <a:off x="442584" y="4120912"/>
                <a:ext cx="134044" cy="134013"/>
                <a:chOff x="1101075" y="2142375"/>
                <a:chExt cx="439200" cy="439100"/>
              </a:xfrm>
            </p:grpSpPr>
            <p:sp>
              <p:nvSpPr>
                <p:cNvPr id="521" name="Google Shape;521;p1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dist="9525" dir="2280000" algn="bl" rotWithShape="0">
                    <a:schemeClr val="lt2"/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2" name="Google Shape;522;p1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dist="9525" dir="2280000" algn="bl" rotWithShape="0">
                    <a:schemeClr val="lt2"/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523" name="Google Shape;523;p13"/>
            <p:cNvGrpSpPr/>
            <p:nvPr/>
          </p:nvGrpSpPr>
          <p:grpSpPr>
            <a:xfrm rot="-9080766">
              <a:off x="-341725" y="3731687"/>
              <a:ext cx="1117904" cy="1598488"/>
              <a:chOff x="-541317" y="2711465"/>
              <a:chExt cx="1117945" cy="1598547"/>
            </a:xfrm>
          </p:grpSpPr>
          <p:sp>
            <p:nvSpPr>
              <p:cNvPr id="524" name="Google Shape;524;p13"/>
              <p:cNvSpPr/>
              <p:nvPr/>
            </p:nvSpPr>
            <p:spPr>
              <a:xfrm rot="8999999">
                <a:off x="-132025" y="2659081"/>
                <a:ext cx="246869" cy="1703314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chemeClr val="dk2">
                  <a:alpha val="3136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25" name="Google Shape;525;p13"/>
              <p:cNvGrpSpPr/>
              <p:nvPr/>
            </p:nvGrpSpPr>
            <p:grpSpPr>
              <a:xfrm>
                <a:off x="442584" y="4120912"/>
                <a:ext cx="134044" cy="134013"/>
                <a:chOff x="1101075" y="2142375"/>
                <a:chExt cx="439200" cy="439100"/>
              </a:xfrm>
            </p:grpSpPr>
            <p:sp>
              <p:nvSpPr>
                <p:cNvPr id="526" name="Google Shape;526;p1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dist="9525" dir="2280000" algn="bl" rotWithShape="0">
                    <a:schemeClr val="lt2"/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7" name="Google Shape;527;p1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dist="9525" dir="2280000" algn="bl" rotWithShape="0">
                    <a:schemeClr val="lt2"/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528" name="Google Shape;528;p13"/>
            <p:cNvGrpSpPr/>
            <p:nvPr/>
          </p:nvGrpSpPr>
          <p:grpSpPr>
            <a:xfrm rot="10800000">
              <a:off x="323483" y="4422415"/>
              <a:ext cx="1117945" cy="1598547"/>
              <a:chOff x="-541317" y="2711465"/>
              <a:chExt cx="1117945" cy="1598547"/>
            </a:xfrm>
          </p:grpSpPr>
          <p:sp>
            <p:nvSpPr>
              <p:cNvPr id="529" name="Google Shape;529;p13"/>
              <p:cNvSpPr/>
              <p:nvPr/>
            </p:nvSpPr>
            <p:spPr>
              <a:xfrm rot="8999999">
                <a:off x="-132025" y="2659081"/>
                <a:ext cx="246869" cy="1703314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chemeClr val="dk2">
                  <a:alpha val="3136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30" name="Google Shape;530;p13"/>
              <p:cNvGrpSpPr/>
              <p:nvPr/>
            </p:nvGrpSpPr>
            <p:grpSpPr>
              <a:xfrm>
                <a:off x="442584" y="4120912"/>
                <a:ext cx="134044" cy="134013"/>
                <a:chOff x="1101075" y="2142375"/>
                <a:chExt cx="439200" cy="439100"/>
              </a:xfrm>
            </p:grpSpPr>
            <p:sp>
              <p:nvSpPr>
                <p:cNvPr id="531" name="Google Shape;531;p1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dist="9525" dir="2280000" algn="bl" rotWithShape="0">
                    <a:schemeClr val="lt2"/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2" name="Google Shape;532;p1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dist="9525" dir="2280000" algn="bl" rotWithShape="0">
                    <a:schemeClr val="lt2"/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533" name="Google Shape;533;p13"/>
          <p:cNvGrpSpPr/>
          <p:nvPr/>
        </p:nvGrpSpPr>
        <p:grpSpPr>
          <a:xfrm>
            <a:off x="6470875" y="-1735180"/>
            <a:ext cx="4257000" cy="4171657"/>
            <a:chOff x="6394675" y="-1658980"/>
            <a:chExt cx="4257000" cy="4171657"/>
          </a:xfrm>
        </p:grpSpPr>
        <p:grpSp>
          <p:nvGrpSpPr>
            <p:cNvPr id="534" name="Google Shape;534;p13"/>
            <p:cNvGrpSpPr/>
            <p:nvPr/>
          </p:nvGrpSpPr>
          <p:grpSpPr>
            <a:xfrm rot="-2700000" flipH="1">
              <a:off x="7289785" y="-1246897"/>
              <a:ext cx="2552124" cy="3347490"/>
              <a:chOff x="2976325" y="908175"/>
              <a:chExt cx="4028179" cy="5283555"/>
            </a:xfrm>
          </p:grpSpPr>
          <p:sp>
            <p:nvSpPr>
              <p:cNvPr id="535" name="Google Shape;535;p13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avLst/>
                <a:gdLst/>
                <a:ahLst/>
                <a:cxnLst/>
                <a:rect l="l" t="t" r="r" b="b"/>
                <a:pathLst>
                  <a:path w="97678" h="115794" extrusionOk="0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Google Shape;536;p13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avLst/>
                <a:gdLst/>
                <a:ahLst/>
                <a:cxnLst/>
                <a:rect l="l" t="t" r="r" b="b"/>
                <a:pathLst>
                  <a:path w="71320" h="74550" extrusionOk="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Google Shape;537;p13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avLst/>
                <a:gdLst/>
                <a:ahLst/>
                <a:cxnLst/>
                <a:rect l="l" t="t" r="r" b="b"/>
                <a:pathLst>
                  <a:path w="76882" h="124813" extrusionOk="0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38" name="Google Shape;538;p13"/>
            <p:cNvSpPr/>
            <p:nvPr/>
          </p:nvSpPr>
          <p:spPr>
            <a:xfrm>
              <a:off x="6394675" y="0"/>
              <a:ext cx="284119" cy="246048"/>
            </a:xfrm>
            <a:custGeom>
              <a:avLst/>
              <a:gdLst/>
              <a:ahLst/>
              <a:cxnLst/>
              <a:rect l="l" t="t" r="r" b="b"/>
              <a:pathLst>
                <a:path w="51285" h="44413" extrusionOk="0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0C0A9E">
                    <a:alpha val="2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13"/>
            <p:cNvSpPr/>
            <p:nvPr/>
          </p:nvSpPr>
          <p:spPr>
            <a:xfrm>
              <a:off x="6627600" y="-49075"/>
              <a:ext cx="570546" cy="494095"/>
            </a:xfrm>
            <a:custGeom>
              <a:avLst/>
              <a:gdLst/>
              <a:ahLst/>
              <a:cxnLst/>
              <a:rect l="l" t="t" r="r" b="b"/>
              <a:pathLst>
                <a:path w="51285" h="44413" extrusionOk="0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0" name="Google Shape;540;p13"/>
          <p:cNvGrpSpPr/>
          <p:nvPr/>
        </p:nvGrpSpPr>
        <p:grpSpPr>
          <a:xfrm>
            <a:off x="-113888" y="229201"/>
            <a:ext cx="1891393" cy="134100"/>
            <a:chOff x="-113888" y="229201"/>
            <a:chExt cx="1891393" cy="134100"/>
          </a:xfrm>
        </p:grpSpPr>
        <p:sp>
          <p:nvSpPr>
            <p:cNvPr id="541" name="Google Shape;541;p13"/>
            <p:cNvSpPr/>
            <p:nvPr/>
          </p:nvSpPr>
          <p:spPr>
            <a:xfrm>
              <a:off x="1643404" y="2292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42" name="Google Shape;542;p13"/>
            <p:cNvCxnSpPr/>
            <p:nvPr/>
          </p:nvCxnSpPr>
          <p:spPr>
            <a:xfrm rot="10800000">
              <a:off x="783712" y="-601348"/>
              <a:ext cx="0" cy="1795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43" name="Google Shape;543;p13"/>
            <p:cNvSpPr/>
            <p:nvPr/>
          </p:nvSpPr>
          <p:spPr>
            <a:xfrm>
              <a:off x="1673517" y="2593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0_1"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617" name="Google Shape;617;p16"/>
          <p:cNvGrpSpPr/>
          <p:nvPr/>
        </p:nvGrpSpPr>
        <p:grpSpPr>
          <a:xfrm>
            <a:off x="7810267" y="-622132"/>
            <a:ext cx="2587792" cy="2725916"/>
            <a:chOff x="7810267" y="-622132"/>
            <a:chExt cx="2587792" cy="2725916"/>
          </a:xfrm>
        </p:grpSpPr>
        <p:grpSp>
          <p:nvGrpSpPr>
            <p:cNvPr id="618" name="Google Shape;618;p16"/>
            <p:cNvGrpSpPr/>
            <p:nvPr/>
          </p:nvGrpSpPr>
          <p:grpSpPr>
            <a:xfrm>
              <a:off x="8520988" y="-90875"/>
              <a:ext cx="904666" cy="726121"/>
              <a:chOff x="7945225" y="4302000"/>
              <a:chExt cx="904666" cy="726121"/>
            </a:xfrm>
          </p:grpSpPr>
          <p:sp>
            <p:nvSpPr>
              <p:cNvPr id="619" name="Google Shape;619;p16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Google Shape;620;p16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Google Shape;621;p16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22" name="Google Shape;622;p16"/>
            <p:cNvGrpSpPr/>
            <p:nvPr/>
          </p:nvGrpSpPr>
          <p:grpSpPr>
            <a:xfrm>
              <a:off x="8869019" y="-622132"/>
              <a:ext cx="325154" cy="1788670"/>
              <a:chOff x="8869019" y="-622132"/>
              <a:chExt cx="325154" cy="1788670"/>
            </a:xfrm>
          </p:grpSpPr>
          <p:sp>
            <p:nvSpPr>
              <p:cNvPr id="623" name="Google Shape;623;p16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>
                      <a:alpha val="31360"/>
                    </a:schemeClr>
                  </a:gs>
                  <a:gs pos="100000">
                    <a:srgbClr val="FFFFFF">
                      <a:alpha val="0"/>
                      <a:alpha val="3136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24" name="Google Shape;624;p16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625" name="Google Shape;625;p16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6" name="Google Shape;626;p16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627" name="Google Shape;627;p16"/>
            <p:cNvSpPr/>
            <p:nvPr/>
          </p:nvSpPr>
          <p:spPr>
            <a:xfrm rot="2700000">
              <a:off x="8482428" y="-422541"/>
              <a:ext cx="981794" cy="2307832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16"/>
            <p:cNvSpPr/>
            <p:nvPr/>
          </p:nvSpPr>
          <p:spPr>
            <a:xfrm rot="2700000">
              <a:off x="8744103" y="-213191"/>
              <a:ext cx="981794" cy="2307832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9" name="Google Shape;629;p16"/>
          <p:cNvGrpSpPr/>
          <p:nvPr/>
        </p:nvGrpSpPr>
        <p:grpSpPr>
          <a:xfrm>
            <a:off x="8332551" y="-7"/>
            <a:ext cx="2386151" cy="3293873"/>
            <a:chOff x="8256351" y="-7"/>
            <a:chExt cx="2386151" cy="3293873"/>
          </a:xfrm>
        </p:grpSpPr>
        <p:pic>
          <p:nvPicPr>
            <p:cNvPr id="630" name="Google Shape;630;p16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5400000">
              <a:off x="7886227" y="537590"/>
              <a:ext cx="3126400" cy="23861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31" name="Google Shape;631;p16"/>
            <p:cNvGrpSpPr/>
            <p:nvPr/>
          </p:nvGrpSpPr>
          <p:grpSpPr>
            <a:xfrm rot="10800000">
              <a:off x="8452444" y="-7"/>
              <a:ext cx="325154" cy="1788670"/>
              <a:chOff x="8869019" y="-622132"/>
              <a:chExt cx="325154" cy="1788670"/>
            </a:xfrm>
          </p:grpSpPr>
          <p:sp>
            <p:nvSpPr>
              <p:cNvPr id="632" name="Google Shape;632;p16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31360"/>
                    </a:schemeClr>
                  </a:gs>
                  <a:gs pos="40000">
                    <a:srgbClr val="FF9900">
                      <a:alpha val="40784"/>
                      <a:alpha val="31360"/>
                    </a:srgbClr>
                  </a:gs>
                  <a:gs pos="100000">
                    <a:srgbClr val="FFFFFF">
                      <a:alpha val="0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33" name="Google Shape;633;p16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634" name="Google Shape;634;p16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5" name="Google Shape;635;p16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636" name="Google Shape;636;p16"/>
          <p:cNvGrpSpPr/>
          <p:nvPr/>
        </p:nvGrpSpPr>
        <p:grpSpPr>
          <a:xfrm>
            <a:off x="-213525" y="171225"/>
            <a:ext cx="439200" cy="439100"/>
            <a:chOff x="1101075" y="2142375"/>
            <a:chExt cx="439200" cy="439100"/>
          </a:xfrm>
        </p:grpSpPr>
        <p:sp>
          <p:nvSpPr>
            <p:cNvPr id="637" name="Google Shape;637;p16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16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9" name="Google Shape;639;p16"/>
          <p:cNvGrpSpPr/>
          <p:nvPr/>
        </p:nvGrpSpPr>
        <p:grpSpPr>
          <a:xfrm>
            <a:off x="-1262974" y="3161328"/>
            <a:ext cx="4822591" cy="2934500"/>
            <a:chOff x="-1186774" y="3161328"/>
            <a:chExt cx="4822591" cy="2934500"/>
          </a:xfrm>
        </p:grpSpPr>
        <p:pic>
          <p:nvPicPr>
            <p:cNvPr id="640" name="Google Shape;640;p16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5400000">
              <a:off x="-1534175" y="3508728"/>
              <a:ext cx="2934500" cy="2239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1" name="Google Shape;641;p16"/>
            <p:cNvSpPr/>
            <p:nvPr/>
          </p:nvSpPr>
          <p:spPr>
            <a:xfrm rot="-5400000">
              <a:off x="-184180" y="3596444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42" name="Google Shape;642;p16"/>
            <p:cNvGrpSpPr/>
            <p:nvPr/>
          </p:nvGrpSpPr>
          <p:grpSpPr>
            <a:xfrm>
              <a:off x="58899" y="4608583"/>
              <a:ext cx="604346" cy="657081"/>
              <a:chOff x="58899" y="4608583"/>
              <a:chExt cx="604346" cy="657081"/>
            </a:xfrm>
          </p:grpSpPr>
          <p:grpSp>
            <p:nvGrpSpPr>
              <p:cNvPr id="643" name="Google Shape;643;p16"/>
              <p:cNvGrpSpPr/>
              <p:nvPr/>
            </p:nvGrpSpPr>
            <p:grpSpPr>
              <a:xfrm rot="10800000">
                <a:off x="58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644" name="Google Shape;644;p16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5" name="Google Shape;645;p16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6" name="Google Shape;646;p16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7" name="Google Shape;647;p16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8" name="Google Shape;648;p16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9" name="Google Shape;649;p16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0" name="Google Shape;650;p16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51" name="Google Shape;651;p16"/>
              <p:cNvGrpSpPr/>
              <p:nvPr/>
            </p:nvGrpSpPr>
            <p:grpSpPr>
              <a:xfrm rot="10800000">
                <a:off x="334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652" name="Google Shape;652;p16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3" name="Google Shape;653;p16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4" name="Google Shape;654;p16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5" name="Google Shape;655;p16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6" name="Google Shape;656;p16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7" name="Google Shape;657;p16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8" name="Google Shape;658;p16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59" name="Google Shape;659;p16"/>
              <p:cNvGrpSpPr/>
              <p:nvPr/>
            </p:nvGrpSpPr>
            <p:grpSpPr>
              <a:xfrm rot="10800000">
                <a:off x="282574" y="4937133"/>
                <a:ext cx="328346" cy="328531"/>
                <a:chOff x="3678700" y="407275"/>
                <a:chExt cx="708100" cy="708500"/>
              </a:xfrm>
            </p:grpSpPr>
            <p:sp>
              <p:nvSpPr>
                <p:cNvPr id="660" name="Google Shape;660;p16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1" name="Google Shape;661;p16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2" name="Google Shape;662;p16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3" name="Google Shape;663;p16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4" name="Google Shape;664;p16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5" name="Google Shape;665;p16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6" name="Google Shape;666;p16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667" name="Google Shape;667;p16"/>
            <p:cNvGrpSpPr/>
            <p:nvPr/>
          </p:nvGrpSpPr>
          <p:grpSpPr>
            <a:xfrm>
              <a:off x="-923150" y="4796551"/>
              <a:ext cx="4558967" cy="134100"/>
              <a:chOff x="796100" y="3019701"/>
              <a:chExt cx="4558967" cy="134100"/>
            </a:xfrm>
          </p:grpSpPr>
          <p:sp>
            <p:nvSpPr>
              <p:cNvPr id="668" name="Google Shape;668;p16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669" name="Google Shape;669;p16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670" name="Google Shape;670;p16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ONE_COLUMN_TEXT_1"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61" name="Google Shape;761;p19"/>
          <p:cNvSpPr txBox="1">
            <a:spLocks noGrp="1"/>
          </p:cNvSpPr>
          <p:nvPr>
            <p:ph type="subTitle" idx="1"/>
          </p:nvPr>
        </p:nvSpPr>
        <p:spPr>
          <a:xfrm>
            <a:off x="4881006" y="1786675"/>
            <a:ext cx="3543000" cy="18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2" name="Google Shape;762;p19"/>
          <p:cNvSpPr txBox="1">
            <a:spLocks noGrp="1"/>
          </p:cNvSpPr>
          <p:nvPr>
            <p:ph type="subTitle" idx="2"/>
          </p:nvPr>
        </p:nvSpPr>
        <p:spPr>
          <a:xfrm>
            <a:off x="720000" y="1786675"/>
            <a:ext cx="3543000" cy="18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763" name="Google Shape;763;p19"/>
          <p:cNvGrpSpPr/>
          <p:nvPr/>
        </p:nvGrpSpPr>
        <p:grpSpPr>
          <a:xfrm>
            <a:off x="-96329" y="4888563"/>
            <a:ext cx="1590408" cy="88125"/>
            <a:chOff x="124624" y="4953514"/>
            <a:chExt cx="1137387" cy="88142"/>
          </a:xfrm>
        </p:grpSpPr>
        <p:sp>
          <p:nvSpPr>
            <p:cNvPr id="764" name="Google Shape;764;p19"/>
            <p:cNvSpPr/>
            <p:nvPr/>
          </p:nvSpPr>
          <p:spPr>
            <a:xfrm rot="5400000">
              <a:off x="687043" y="4391096"/>
              <a:ext cx="12551" cy="1137387"/>
            </a:xfrm>
            <a:custGeom>
              <a:avLst/>
              <a:gdLst/>
              <a:ahLst/>
              <a:cxnLst/>
              <a:rect l="l" t="t" r="r" b="b"/>
              <a:pathLst>
                <a:path w="306" h="27731" extrusionOk="0">
                  <a:moveTo>
                    <a:pt x="1" y="1"/>
                  </a:moveTo>
                  <a:lnTo>
                    <a:pt x="1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46820"/>
                  </a:srgbClr>
                </a:gs>
                <a:gs pos="100000">
                  <a:srgbClr val="FFFFFF">
                    <a:alpha val="0"/>
                    <a:alpha val="4682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19"/>
            <p:cNvSpPr/>
            <p:nvPr/>
          </p:nvSpPr>
          <p:spPr>
            <a:xfrm rot="5400000">
              <a:off x="687063" y="4466709"/>
              <a:ext cx="12510" cy="1137387"/>
            </a:xfrm>
            <a:custGeom>
              <a:avLst/>
              <a:gdLst/>
              <a:ahLst/>
              <a:cxnLst/>
              <a:rect l="l" t="t" r="r" b="b"/>
              <a:pathLst>
                <a:path w="305" h="27731" extrusionOk="0">
                  <a:moveTo>
                    <a:pt x="0" y="1"/>
                  </a:moveTo>
                  <a:lnTo>
                    <a:pt x="0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46820"/>
                  </a:srgbClr>
                </a:gs>
                <a:gs pos="100000">
                  <a:srgbClr val="FFFFFF">
                    <a:alpha val="0"/>
                    <a:alpha val="4682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6" name="Google Shape;766;p19"/>
          <p:cNvGrpSpPr/>
          <p:nvPr/>
        </p:nvGrpSpPr>
        <p:grpSpPr>
          <a:xfrm>
            <a:off x="6883700" y="1385725"/>
            <a:ext cx="4028179" cy="5283555"/>
            <a:chOff x="6883700" y="1385725"/>
            <a:chExt cx="4028179" cy="5283555"/>
          </a:xfrm>
        </p:grpSpPr>
        <p:sp>
          <p:nvSpPr>
            <p:cNvPr id="767" name="Google Shape;767;p19"/>
            <p:cNvSpPr/>
            <p:nvPr/>
          </p:nvSpPr>
          <p:spPr>
            <a:xfrm>
              <a:off x="6883700" y="1407586"/>
              <a:ext cx="4006263" cy="4749291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19"/>
            <p:cNvSpPr/>
            <p:nvPr/>
          </p:nvSpPr>
          <p:spPr>
            <a:xfrm>
              <a:off x="7842318" y="1385725"/>
              <a:ext cx="2925190" cy="3057668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19"/>
            <p:cNvSpPr/>
            <p:nvPr/>
          </p:nvSpPr>
          <p:spPr>
            <a:xfrm>
              <a:off x="7734200" y="2571774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19"/>
            <p:cNvSpPr/>
            <p:nvPr/>
          </p:nvSpPr>
          <p:spPr>
            <a:xfrm>
              <a:off x="7758564" y="1550075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1" name="Google Shape;771;p19"/>
          <p:cNvGrpSpPr/>
          <p:nvPr/>
        </p:nvGrpSpPr>
        <p:grpSpPr>
          <a:xfrm>
            <a:off x="4598006" y="-1699037"/>
            <a:ext cx="5579794" cy="3203424"/>
            <a:chOff x="4521806" y="-1546637"/>
            <a:chExt cx="5579794" cy="3203424"/>
          </a:xfrm>
        </p:grpSpPr>
        <p:grpSp>
          <p:nvGrpSpPr>
            <p:cNvPr id="772" name="Google Shape;772;p19"/>
            <p:cNvGrpSpPr/>
            <p:nvPr/>
          </p:nvGrpSpPr>
          <p:grpSpPr>
            <a:xfrm>
              <a:off x="4619858" y="-154439"/>
              <a:ext cx="916824" cy="700199"/>
              <a:chOff x="4619858" y="-154439"/>
              <a:chExt cx="916824" cy="700199"/>
            </a:xfrm>
          </p:grpSpPr>
          <p:sp>
            <p:nvSpPr>
              <p:cNvPr id="773" name="Google Shape;773;p19"/>
              <p:cNvSpPr/>
              <p:nvPr/>
            </p:nvSpPr>
            <p:spPr>
              <a:xfrm>
                <a:off x="4823308" y="126723"/>
                <a:ext cx="483874" cy="419037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Google Shape;774;p19"/>
              <p:cNvSpPr/>
              <p:nvPr/>
            </p:nvSpPr>
            <p:spPr>
              <a:xfrm>
                <a:off x="4619858" y="-114577"/>
                <a:ext cx="483874" cy="419037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Google Shape;775;p19"/>
              <p:cNvSpPr/>
              <p:nvPr/>
            </p:nvSpPr>
            <p:spPr>
              <a:xfrm>
                <a:off x="5052808" y="-154439"/>
                <a:ext cx="483874" cy="419037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776" name="Google Shape;776;p19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5904350" y="-1546637"/>
              <a:ext cx="4197251" cy="32034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7" name="Google Shape;777;p19"/>
            <p:cNvSpPr/>
            <p:nvPr/>
          </p:nvSpPr>
          <p:spPr>
            <a:xfrm rot="-5400000">
              <a:off x="5282845" y="-1058949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19"/>
            <p:cNvSpPr/>
            <p:nvPr/>
          </p:nvSpPr>
          <p:spPr>
            <a:xfrm rot="-5400000">
              <a:off x="5282230" y="-899603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79" name="Google Shape;779;p19"/>
            <p:cNvGrpSpPr/>
            <p:nvPr/>
          </p:nvGrpSpPr>
          <p:grpSpPr>
            <a:xfrm rot="10800000">
              <a:off x="8323180" y="210225"/>
              <a:ext cx="1493503" cy="88125"/>
              <a:chOff x="124624" y="4953514"/>
              <a:chExt cx="1137387" cy="88142"/>
            </a:xfrm>
          </p:grpSpPr>
          <p:sp>
            <p:nvSpPr>
              <p:cNvPr id="780" name="Google Shape;780;p19"/>
              <p:cNvSpPr/>
              <p:nvPr/>
            </p:nvSpPr>
            <p:spPr>
              <a:xfrm rot="5400000">
                <a:off x="687043" y="4391096"/>
                <a:ext cx="12551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7731" extrusionOk="0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Google Shape;781;p19"/>
              <p:cNvSpPr/>
              <p:nvPr/>
            </p:nvSpPr>
            <p:spPr>
              <a:xfrm rot="5400000">
                <a:off x="687063" y="4466709"/>
                <a:ext cx="12510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7731" extrusionOk="0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82" name="Google Shape;782;p19"/>
            <p:cNvGrpSpPr/>
            <p:nvPr/>
          </p:nvGrpSpPr>
          <p:grpSpPr>
            <a:xfrm>
              <a:off x="4619231" y="-32636"/>
              <a:ext cx="254987" cy="255131"/>
              <a:chOff x="3678700" y="407275"/>
              <a:chExt cx="708100" cy="708500"/>
            </a:xfrm>
          </p:grpSpPr>
          <p:sp>
            <p:nvSpPr>
              <p:cNvPr id="783" name="Google Shape;783;p19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Google Shape;784;p19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Google Shape;785;p19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Google Shape;786;p19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Google Shape;787;p19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Google Shape;788;p19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Google Shape;789;p19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90" name="Google Shape;790;p19"/>
            <p:cNvGrpSpPr/>
            <p:nvPr/>
          </p:nvGrpSpPr>
          <p:grpSpPr>
            <a:xfrm>
              <a:off x="4521806" y="126714"/>
              <a:ext cx="254987" cy="255131"/>
              <a:chOff x="3678700" y="407275"/>
              <a:chExt cx="708100" cy="708500"/>
            </a:xfrm>
          </p:grpSpPr>
          <p:sp>
            <p:nvSpPr>
              <p:cNvPr id="791" name="Google Shape;791;p19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Google Shape;792;p19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Google Shape;793;p19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Google Shape;794;p19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Google Shape;795;p19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Google Shape;796;p19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Google Shape;797;p19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75" name="Google Shape;975;p23"/>
          <p:cNvSpPr txBox="1">
            <a:spLocks noGrp="1"/>
          </p:cNvSpPr>
          <p:nvPr>
            <p:ph type="subTitle" idx="1"/>
          </p:nvPr>
        </p:nvSpPr>
        <p:spPr>
          <a:xfrm>
            <a:off x="713225" y="2041525"/>
            <a:ext cx="5578500" cy="60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976" name="Google Shape;976;p23"/>
          <p:cNvSpPr txBox="1">
            <a:spLocks noGrp="1"/>
          </p:cNvSpPr>
          <p:nvPr>
            <p:ph type="subTitle" idx="2"/>
          </p:nvPr>
        </p:nvSpPr>
        <p:spPr>
          <a:xfrm>
            <a:off x="713225" y="3366650"/>
            <a:ext cx="5578500" cy="64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977" name="Google Shape;977;p23"/>
          <p:cNvSpPr txBox="1">
            <a:spLocks noGrp="1"/>
          </p:cNvSpPr>
          <p:nvPr>
            <p:ph type="subTitle" idx="3"/>
          </p:nvPr>
        </p:nvSpPr>
        <p:spPr>
          <a:xfrm>
            <a:off x="713225" y="1679400"/>
            <a:ext cx="55785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978" name="Google Shape;978;p23"/>
          <p:cNvSpPr txBox="1">
            <a:spLocks noGrp="1"/>
          </p:cNvSpPr>
          <p:nvPr>
            <p:ph type="subTitle" idx="4"/>
          </p:nvPr>
        </p:nvSpPr>
        <p:spPr>
          <a:xfrm>
            <a:off x="713225" y="3040550"/>
            <a:ext cx="55785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grpSp>
        <p:nvGrpSpPr>
          <p:cNvPr id="979" name="Google Shape;979;p23"/>
          <p:cNvGrpSpPr/>
          <p:nvPr/>
        </p:nvGrpSpPr>
        <p:grpSpPr>
          <a:xfrm rot="-5400000" flipH="1">
            <a:off x="6239121" y="1032770"/>
            <a:ext cx="5022035" cy="4764449"/>
            <a:chOff x="4571996" y="2268220"/>
            <a:chExt cx="5022035" cy="4764449"/>
          </a:xfrm>
        </p:grpSpPr>
        <p:pic>
          <p:nvPicPr>
            <p:cNvPr id="980" name="Google Shape;980;p23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flipH="1">
              <a:off x="5978271" y="3376950"/>
              <a:ext cx="3615750" cy="27596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81" name="Google Shape;981;p23"/>
            <p:cNvGrpSpPr/>
            <p:nvPr/>
          </p:nvGrpSpPr>
          <p:grpSpPr>
            <a:xfrm rot="10800000">
              <a:off x="4571996" y="2268220"/>
              <a:ext cx="5022035" cy="4764449"/>
              <a:chOff x="-494406" y="-1584825"/>
              <a:chExt cx="4397193" cy="4171657"/>
            </a:xfrm>
          </p:grpSpPr>
          <p:grpSp>
            <p:nvGrpSpPr>
              <p:cNvPr id="982" name="Google Shape;982;p23"/>
              <p:cNvGrpSpPr/>
              <p:nvPr/>
            </p:nvGrpSpPr>
            <p:grpSpPr>
              <a:xfrm>
                <a:off x="245875" y="-51824"/>
                <a:ext cx="208200" cy="1824700"/>
                <a:chOff x="1040050" y="3812126"/>
                <a:chExt cx="208200" cy="1824700"/>
              </a:xfrm>
            </p:grpSpPr>
            <p:sp>
              <p:nvSpPr>
                <p:cNvPr id="983" name="Google Shape;983;p23"/>
                <p:cNvSpPr/>
                <p:nvPr/>
              </p:nvSpPr>
              <p:spPr>
                <a:xfrm>
                  <a:off x="1040050" y="3812126"/>
                  <a:ext cx="12550" cy="1824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6" h="27731" extrusionOk="0">
                      <a:moveTo>
                        <a:pt x="1" y="1"/>
                      </a:moveTo>
                      <a:lnTo>
                        <a:pt x="1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4" name="Google Shape;984;p23"/>
                <p:cNvSpPr/>
                <p:nvPr/>
              </p:nvSpPr>
              <p:spPr>
                <a:xfrm>
                  <a:off x="1235741" y="3812126"/>
                  <a:ext cx="12509" cy="1824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5" h="27731" extrusionOk="0">
                      <a:moveTo>
                        <a:pt x="0" y="1"/>
                      </a:moveTo>
                      <a:lnTo>
                        <a:pt x="0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985" name="Google Shape;985;p23"/>
              <p:cNvGrpSpPr/>
              <p:nvPr/>
            </p:nvGrpSpPr>
            <p:grpSpPr>
              <a:xfrm rot="-8100000">
                <a:off x="540898" y="-1172741"/>
                <a:ext cx="2552124" cy="3347490"/>
                <a:chOff x="2976325" y="908175"/>
                <a:chExt cx="4028179" cy="5283555"/>
              </a:xfrm>
            </p:grpSpPr>
            <p:sp>
              <p:nvSpPr>
                <p:cNvPr id="986" name="Google Shape;986;p23"/>
                <p:cNvSpPr/>
                <p:nvPr/>
              </p:nvSpPr>
              <p:spPr>
                <a:xfrm>
                  <a:off x="2976325" y="930036"/>
                  <a:ext cx="4006263" cy="47492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678" h="115794" extrusionOk="0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7" name="Google Shape;987;p23"/>
                <p:cNvSpPr/>
                <p:nvPr/>
              </p:nvSpPr>
              <p:spPr>
                <a:xfrm>
                  <a:off x="3934943" y="908175"/>
                  <a:ext cx="2925190" cy="30576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320" h="74550" extrusionOk="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8" name="Google Shape;988;p23"/>
                <p:cNvSpPr/>
                <p:nvPr/>
              </p:nvSpPr>
              <p:spPr>
                <a:xfrm>
                  <a:off x="3851189" y="1072525"/>
                  <a:ext cx="3153315" cy="51192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882" h="124813" extrusionOk="0">
                      <a:moveTo>
                        <a:pt x="76668" y="0"/>
                      </a:moveTo>
                      <a:lnTo>
                        <a:pt x="63260" y="13408"/>
                      </a:lnTo>
                      <a:cubicBezTo>
                        <a:pt x="62879" y="13789"/>
                        <a:pt x="62879" y="14398"/>
                        <a:pt x="63260" y="14779"/>
                      </a:cubicBezTo>
                      <a:lnTo>
                        <a:pt x="69857" y="21376"/>
                      </a:lnTo>
                      <a:cubicBezTo>
                        <a:pt x="70116" y="21620"/>
                        <a:pt x="70116" y="22046"/>
                        <a:pt x="69857" y="22305"/>
                      </a:cubicBezTo>
                      <a:lnTo>
                        <a:pt x="46546" y="45616"/>
                      </a:lnTo>
                      <a:cubicBezTo>
                        <a:pt x="46417" y="45738"/>
                        <a:pt x="46245" y="45799"/>
                        <a:pt x="46074" y="45799"/>
                      </a:cubicBezTo>
                      <a:cubicBezTo>
                        <a:pt x="45903" y="45799"/>
                        <a:pt x="45731" y="45738"/>
                        <a:pt x="45602" y="45616"/>
                      </a:cubicBezTo>
                      <a:lnTo>
                        <a:pt x="39020" y="39019"/>
                      </a:lnTo>
                      <a:cubicBezTo>
                        <a:pt x="38822" y="38836"/>
                        <a:pt x="38593" y="38745"/>
                        <a:pt x="38334" y="38745"/>
                      </a:cubicBezTo>
                      <a:cubicBezTo>
                        <a:pt x="38060" y="38745"/>
                        <a:pt x="37831" y="38836"/>
                        <a:pt x="37649" y="39019"/>
                      </a:cubicBezTo>
                      <a:lnTo>
                        <a:pt x="23357" y="53311"/>
                      </a:lnTo>
                      <a:cubicBezTo>
                        <a:pt x="22976" y="53691"/>
                        <a:pt x="22976" y="54301"/>
                        <a:pt x="23357" y="54682"/>
                      </a:cubicBezTo>
                      <a:lnTo>
                        <a:pt x="40833" y="72142"/>
                      </a:lnTo>
                      <a:cubicBezTo>
                        <a:pt x="40939" y="72279"/>
                        <a:pt x="41016" y="72432"/>
                        <a:pt x="41016" y="72614"/>
                      </a:cubicBezTo>
                      <a:cubicBezTo>
                        <a:pt x="41016" y="72812"/>
                        <a:pt x="40955" y="72965"/>
                        <a:pt x="40833" y="73102"/>
                      </a:cubicBezTo>
                      <a:lnTo>
                        <a:pt x="27090" y="86830"/>
                      </a:lnTo>
                      <a:cubicBezTo>
                        <a:pt x="26907" y="87028"/>
                        <a:pt x="26816" y="87256"/>
                        <a:pt x="26816" y="87515"/>
                      </a:cubicBezTo>
                      <a:lnTo>
                        <a:pt x="26816" y="96276"/>
                      </a:lnTo>
                      <a:cubicBezTo>
                        <a:pt x="26816" y="96459"/>
                        <a:pt x="26755" y="96611"/>
                        <a:pt x="26618" y="96748"/>
                      </a:cubicBezTo>
                      <a:lnTo>
                        <a:pt x="13225" y="110140"/>
                      </a:lnTo>
                      <a:cubicBezTo>
                        <a:pt x="13103" y="110270"/>
                        <a:pt x="12940" y="110335"/>
                        <a:pt x="12772" y="110335"/>
                      </a:cubicBezTo>
                      <a:cubicBezTo>
                        <a:pt x="12604" y="110335"/>
                        <a:pt x="12433" y="110270"/>
                        <a:pt x="12296" y="110140"/>
                      </a:cubicBezTo>
                      <a:lnTo>
                        <a:pt x="7618" y="105448"/>
                      </a:lnTo>
                      <a:cubicBezTo>
                        <a:pt x="7428" y="105257"/>
                        <a:pt x="7180" y="105162"/>
                        <a:pt x="6933" y="105162"/>
                      </a:cubicBezTo>
                      <a:cubicBezTo>
                        <a:pt x="6685" y="105162"/>
                        <a:pt x="6438" y="105257"/>
                        <a:pt x="6247" y="105448"/>
                      </a:cubicBezTo>
                      <a:lnTo>
                        <a:pt x="381" y="111314"/>
                      </a:lnTo>
                      <a:cubicBezTo>
                        <a:pt x="1" y="111695"/>
                        <a:pt x="1" y="112304"/>
                        <a:pt x="381" y="112685"/>
                      </a:cubicBezTo>
                      <a:lnTo>
                        <a:pt x="5059" y="117378"/>
                      </a:lnTo>
                      <a:cubicBezTo>
                        <a:pt x="5181" y="117515"/>
                        <a:pt x="5257" y="117667"/>
                        <a:pt x="5257" y="117850"/>
                      </a:cubicBezTo>
                      <a:cubicBezTo>
                        <a:pt x="5257" y="118048"/>
                        <a:pt x="5196" y="118200"/>
                        <a:pt x="5059" y="118322"/>
                      </a:cubicBezTo>
                      <a:lnTo>
                        <a:pt x="3231" y="120150"/>
                      </a:lnTo>
                      <a:cubicBezTo>
                        <a:pt x="2850" y="120531"/>
                        <a:pt x="2850" y="121141"/>
                        <a:pt x="3231" y="121522"/>
                      </a:cubicBezTo>
                      <a:lnTo>
                        <a:pt x="5059" y="123365"/>
                      </a:lnTo>
                      <a:cubicBezTo>
                        <a:pt x="5333" y="123609"/>
                        <a:pt x="5333" y="124020"/>
                        <a:pt x="5059" y="124295"/>
                      </a:cubicBezTo>
                      <a:cubicBezTo>
                        <a:pt x="4914" y="124432"/>
                        <a:pt x="4754" y="124489"/>
                        <a:pt x="4602" y="124489"/>
                      </a:cubicBezTo>
                      <a:cubicBezTo>
                        <a:pt x="4449" y="124489"/>
                        <a:pt x="4305" y="124432"/>
                        <a:pt x="4190" y="124340"/>
                      </a:cubicBezTo>
                      <a:cubicBezTo>
                        <a:pt x="3962" y="124173"/>
                        <a:pt x="3825" y="123838"/>
                        <a:pt x="4038" y="123487"/>
                      </a:cubicBezTo>
                      <a:lnTo>
                        <a:pt x="3764" y="123335"/>
                      </a:lnTo>
                      <a:lnTo>
                        <a:pt x="3764" y="123335"/>
                      </a:lnTo>
                      <a:cubicBezTo>
                        <a:pt x="3459" y="123838"/>
                        <a:pt x="3672" y="124356"/>
                        <a:pt x="3992" y="124599"/>
                      </a:cubicBezTo>
                      <a:cubicBezTo>
                        <a:pt x="4175" y="124736"/>
                        <a:pt x="4373" y="124813"/>
                        <a:pt x="4602" y="124813"/>
                      </a:cubicBezTo>
                      <a:cubicBezTo>
                        <a:pt x="4830" y="124813"/>
                        <a:pt x="5059" y="124736"/>
                        <a:pt x="5272" y="124477"/>
                      </a:cubicBezTo>
                      <a:cubicBezTo>
                        <a:pt x="5455" y="124295"/>
                        <a:pt x="5562" y="124066"/>
                        <a:pt x="5562" y="123792"/>
                      </a:cubicBezTo>
                      <a:cubicBezTo>
                        <a:pt x="5562" y="123533"/>
                        <a:pt x="5455" y="123304"/>
                        <a:pt x="5272" y="123106"/>
                      </a:cubicBezTo>
                      <a:lnTo>
                        <a:pt x="3444" y="121278"/>
                      </a:lnTo>
                      <a:cubicBezTo>
                        <a:pt x="3170" y="121034"/>
                        <a:pt x="3170" y="120623"/>
                        <a:pt x="3444" y="120349"/>
                      </a:cubicBezTo>
                      <a:lnTo>
                        <a:pt x="5272" y="118520"/>
                      </a:lnTo>
                      <a:cubicBezTo>
                        <a:pt x="5455" y="118337"/>
                        <a:pt x="5562" y="118094"/>
                        <a:pt x="5562" y="117835"/>
                      </a:cubicBezTo>
                      <a:cubicBezTo>
                        <a:pt x="5562" y="117576"/>
                        <a:pt x="5455" y="117332"/>
                        <a:pt x="5272" y="117149"/>
                      </a:cubicBezTo>
                      <a:lnTo>
                        <a:pt x="579" y="112456"/>
                      </a:lnTo>
                      <a:cubicBezTo>
                        <a:pt x="320" y="112213"/>
                        <a:pt x="320" y="111801"/>
                        <a:pt x="579" y="111527"/>
                      </a:cubicBezTo>
                      <a:lnTo>
                        <a:pt x="6445" y="105661"/>
                      </a:lnTo>
                      <a:cubicBezTo>
                        <a:pt x="6575" y="105532"/>
                        <a:pt x="6742" y="105467"/>
                        <a:pt x="6912" y="105467"/>
                      </a:cubicBezTo>
                      <a:cubicBezTo>
                        <a:pt x="7081" y="105467"/>
                        <a:pt x="7253" y="105532"/>
                        <a:pt x="7390" y="105661"/>
                      </a:cubicBezTo>
                      <a:lnTo>
                        <a:pt x="12067" y="110354"/>
                      </a:lnTo>
                      <a:cubicBezTo>
                        <a:pt x="12265" y="110537"/>
                        <a:pt x="12494" y="110643"/>
                        <a:pt x="12753" y="110643"/>
                      </a:cubicBezTo>
                      <a:cubicBezTo>
                        <a:pt x="13027" y="110643"/>
                        <a:pt x="13256" y="110537"/>
                        <a:pt x="13439" y="110354"/>
                      </a:cubicBezTo>
                      <a:lnTo>
                        <a:pt x="26831" y="96961"/>
                      </a:lnTo>
                      <a:cubicBezTo>
                        <a:pt x="27014" y="96779"/>
                        <a:pt x="27120" y="96550"/>
                        <a:pt x="27120" y="96276"/>
                      </a:cubicBezTo>
                      <a:lnTo>
                        <a:pt x="27120" y="87469"/>
                      </a:lnTo>
                      <a:cubicBezTo>
                        <a:pt x="27120" y="87287"/>
                        <a:pt x="27166" y="87134"/>
                        <a:pt x="27303" y="86997"/>
                      </a:cubicBezTo>
                      <a:lnTo>
                        <a:pt x="41031" y="73270"/>
                      </a:lnTo>
                      <a:cubicBezTo>
                        <a:pt x="41412" y="72889"/>
                        <a:pt x="41412" y="72279"/>
                        <a:pt x="41031" y="71898"/>
                      </a:cubicBezTo>
                      <a:lnTo>
                        <a:pt x="23571" y="54438"/>
                      </a:lnTo>
                      <a:cubicBezTo>
                        <a:pt x="23312" y="54194"/>
                        <a:pt x="23312" y="53768"/>
                        <a:pt x="23571" y="53509"/>
                      </a:cubicBezTo>
                      <a:lnTo>
                        <a:pt x="37862" y="39217"/>
                      </a:lnTo>
                      <a:cubicBezTo>
                        <a:pt x="37984" y="39095"/>
                        <a:pt x="38155" y="39035"/>
                        <a:pt x="38327" y="39035"/>
                      </a:cubicBezTo>
                      <a:cubicBezTo>
                        <a:pt x="38498" y="39035"/>
                        <a:pt x="38669" y="39095"/>
                        <a:pt x="38791" y="39217"/>
                      </a:cubicBezTo>
                      <a:lnTo>
                        <a:pt x="45373" y="45830"/>
                      </a:lnTo>
                      <a:cubicBezTo>
                        <a:pt x="45571" y="46013"/>
                        <a:pt x="45800" y="46119"/>
                        <a:pt x="46059" y="46119"/>
                      </a:cubicBezTo>
                      <a:cubicBezTo>
                        <a:pt x="46333" y="46119"/>
                        <a:pt x="46562" y="46013"/>
                        <a:pt x="46744" y="45830"/>
                      </a:cubicBezTo>
                      <a:lnTo>
                        <a:pt x="70055" y="22519"/>
                      </a:lnTo>
                      <a:cubicBezTo>
                        <a:pt x="70436" y="22138"/>
                        <a:pt x="70436" y="21528"/>
                        <a:pt x="70055" y="21148"/>
                      </a:cubicBezTo>
                      <a:lnTo>
                        <a:pt x="63473" y="14550"/>
                      </a:lnTo>
                      <a:cubicBezTo>
                        <a:pt x="63199" y="14307"/>
                        <a:pt x="63199" y="13895"/>
                        <a:pt x="63473" y="13621"/>
                      </a:cubicBezTo>
                      <a:lnTo>
                        <a:pt x="76881" y="213"/>
                      </a:lnTo>
                      <a:lnTo>
                        <a:pt x="76668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989" name="Google Shape;989;p23"/>
              <p:cNvGrpSpPr/>
              <p:nvPr/>
            </p:nvGrpSpPr>
            <p:grpSpPr>
              <a:xfrm>
                <a:off x="-1" y="621223"/>
                <a:ext cx="699940" cy="478601"/>
                <a:chOff x="39722" y="4349021"/>
                <a:chExt cx="1061964" cy="726143"/>
              </a:xfrm>
            </p:grpSpPr>
            <p:grpSp>
              <p:nvGrpSpPr>
                <p:cNvPr id="990" name="Google Shape;990;p23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991" name="Google Shape;991;p23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902" h="35337" extrusionOk="0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992" name="Google Shape;992;p23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993" name="Google Shape;993;p23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994" name="Google Shape;994;p23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995" name="Google Shape;995;p23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996" name="Google Shape;996;p23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997" name="Google Shape;997;p23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  <p:sp>
              <p:nvSpPr>
                <p:cNvPr id="998" name="Google Shape;998;p23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612" h="35440" extrusionOk="0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999" name="Google Shape;999;p23"/>
              <p:cNvGrpSpPr/>
              <p:nvPr/>
            </p:nvGrpSpPr>
            <p:grpSpPr>
              <a:xfrm>
                <a:off x="955673" y="11"/>
                <a:ext cx="592576" cy="405260"/>
                <a:chOff x="39722" y="4349021"/>
                <a:chExt cx="1061964" cy="726143"/>
              </a:xfrm>
            </p:grpSpPr>
            <p:grpSp>
              <p:nvGrpSpPr>
                <p:cNvPr id="1000" name="Google Shape;1000;p23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1001" name="Google Shape;1001;p23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902" h="35337" extrusionOk="0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1002" name="Google Shape;1002;p23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1003" name="Google Shape;1003;p23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004" name="Google Shape;1004;p23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005" name="Google Shape;1005;p23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006" name="Google Shape;1006;p23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007" name="Google Shape;1007;p23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  <p:sp>
              <p:nvSpPr>
                <p:cNvPr id="1008" name="Google Shape;1008;p23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612" h="35440" extrusionOk="0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009" name="Google Shape;1009;p23"/>
              <p:cNvGrpSpPr/>
              <p:nvPr/>
            </p:nvGrpSpPr>
            <p:grpSpPr>
              <a:xfrm>
                <a:off x="441574" y="-36652"/>
                <a:ext cx="699940" cy="478601"/>
                <a:chOff x="39722" y="4349021"/>
                <a:chExt cx="1061964" cy="726143"/>
              </a:xfrm>
            </p:grpSpPr>
            <p:grpSp>
              <p:nvGrpSpPr>
                <p:cNvPr id="1010" name="Google Shape;1010;p23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1011" name="Google Shape;1011;p23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902" h="35337" extrusionOk="0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1012" name="Google Shape;1012;p23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1013" name="Google Shape;1013;p23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014" name="Google Shape;1014;p23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015" name="Google Shape;1015;p23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016" name="Google Shape;1016;p23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017" name="Google Shape;1017;p23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  <p:sp>
              <p:nvSpPr>
                <p:cNvPr id="1018" name="Google Shape;1018;p23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612" h="35440" extrusionOk="0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019" name="Google Shape;1019;p23"/>
              <p:cNvGrpSpPr/>
              <p:nvPr/>
            </p:nvGrpSpPr>
            <p:grpSpPr>
              <a:xfrm>
                <a:off x="-494406" y="-252396"/>
                <a:ext cx="1741563" cy="1288563"/>
                <a:chOff x="-494406" y="-252396"/>
                <a:chExt cx="1741563" cy="1288563"/>
              </a:xfrm>
            </p:grpSpPr>
            <p:sp>
              <p:nvSpPr>
                <p:cNvPr id="1020" name="Google Shape;1020;p23"/>
                <p:cNvSpPr/>
                <p:nvPr/>
              </p:nvSpPr>
              <p:spPr>
                <a:xfrm rot="2700000">
                  <a:off x="137431" y="-53821"/>
                  <a:ext cx="930891" cy="8914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1" name="Google Shape;1021;p23"/>
                <p:cNvSpPr/>
                <p:nvPr/>
              </p:nvSpPr>
              <p:spPr>
                <a:xfrm rot="2700000">
                  <a:off x="-315569" y="-53821"/>
                  <a:ext cx="930891" cy="8914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022" name="Google Shape;1022;p23"/>
            <p:cNvGrpSpPr/>
            <p:nvPr/>
          </p:nvGrpSpPr>
          <p:grpSpPr>
            <a:xfrm>
              <a:off x="5643425" y="4968525"/>
              <a:ext cx="439200" cy="439100"/>
              <a:chOff x="1101075" y="2142375"/>
              <a:chExt cx="439200" cy="439100"/>
            </a:xfrm>
          </p:grpSpPr>
          <p:sp>
            <p:nvSpPr>
              <p:cNvPr id="1023" name="Google Shape;1023;p23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Google Shape;1024;p23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1025" name="Google Shape;1025;p23"/>
          <p:cNvPicPr preferRelativeResize="0"/>
          <p:nvPr/>
        </p:nvPicPr>
        <p:blipFill rotWithShape="1">
          <a:blip r:embed="rId2">
            <a:alphaModFix/>
          </a:blip>
          <a:srcRect l="16960" t="24718" r="7121" b="26177"/>
          <a:stretch/>
        </p:blipFill>
        <p:spPr>
          <a:xfrm rot="5400000">
            <a:off x="-1432850" y="882950"/>
            <a:ext cx="2441950" cy="18637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26" name="Google Shape;1026;p23"/>
          <p:cNvGrpSpPr/>
          <p:nvPr/>
        </p:nvGrpSpPr>
        <p:grpSpPr>
          <a:xfrm rot="10800000">
            <a:off x="6045700" y="237976"/>
            <a:ext cx="4558967" cy="134100"/>
            <a:chOff x="796100" y="3019701"/>
            <a:chExt cx="4558967" cy="134100"/>
          </a:xfrm>
        </p:grpSpPr>
        <p:sp>
          <p:nvSpPr>
            <p:cNvPr id="1027" name="Google Shape;1027;p23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028" name="Google Shape;1028;p23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29" name="Google Shape;1029;p23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30" name="Google Shape;1030;p23"/>
          <p:cNvGrpSpPr/>
          <p:nvPr/>
        </p:nvGrpSpPr>
        <p:grpSpPr>
          <a:xfrm>
            <a:off x="-1143750" y="3925887"/>
            <a:ext cx="4558967" cy="1517787"/>
            <a:chOff x="-1143750" y="3849687"/>
            <a:chExt cx="4558967" cy="1517787"/>
          </a:xfrm>
        </p:grpSpPr>
        <p:grpSp>
          <p:nvGrpSpPr>
            <p:cNvPr id="1031" name="Google Shape;1031;p23"/>
            <p:cNvGrpSpPr/>
            <p:nvPr/>
          </p:nvGrpSpPr>
          <p:grpSpPr>
            <a:xfrm rot="5400000">
              <a:off x="-805838" y="4155104"/>
              <a:ext cx="1517787" cy="906953"/>
              <a:chOff x="-55500" y="4835979"/>
              <a:chExt cx="1517787" cy="906953"/>
            </a:xfrm>
          </p:grpSpPr>
          <p:sp>
            <p:nvSpPr>
              <p:cNvPr id="1032" name="Google Shape;1032;p23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Google Shape;1033;p23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23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Google Shape;1035;p23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36" name="Google Shape;1036;p23"/>
            <p:cNvGrpSpPr/>
            <p:nvPr/>
          </p:nvGrpSpPr>
          <p:grpSpPr>
            <a:xfrm>
              <a:off x="-549966" y="3946426"/>
              <a:ext cx="2833357" cy="1421047"/>
              <a:chOff x="-677366" y="4067276"/>
              <a:chExt cx="2833357" cy="1421047"/>
            </a:xfrm>
          </p:grpSpPr>
          <p:sp>
            <p:nvSpPr>
              <p:cNvPr id="1037" name="Google Shape;1037;p23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038" name="Google Shape;1038;p23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039" name="Google Shape;1039;p2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0" name="Google Shape;1040;p2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041" name="Google Shape;1041;p23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1042" name="Google Shape;1042;p2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3" name="Google Shape;1043;p2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044" name="Google Shape;1044;p23"/>
            <p:cNvSpPr/>
            <p:nvPr/>
          </p:nvSpPr>
          <p:spPr>
            <a:xfrm rot="-5400000">
              <a:off x="362395" y="3696219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45" name="Google Shape;1045;p23"/>
            <p:cNvGrpSpPr/>
            <p:nvPr/>
          </p:nvGrpSpPr>
          <p:grpSpPr>
            <a:xfrm>
              <a:off x="-1143750" y="4741576"/>
              <a:ext cx="4558967" cy="134100"/>
              <a:chOff x="796100" y="3019701"/>
              <a:chExt cx="4558967" cy="134100"/>
            </a:xfrm>
          </p:grpSpPr>
          <p:sp>
            <p:nvSpPr>
              <p:cNvPr id="1046" name="Google Shape;1046;p23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047" name="Google Shape;1047;p23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048" name="Google Shape;1048;p23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0" name="Google Shape;1050;p24"/>
          <p:cNvGrpSpPr/>
          <p:nvPr/>
        </p:nvGrpSpPr>
        <p:grpSpPr>
          <a:xfrm>
            <a:off x="7059553" y="-2136808"/>
            <a:ext cx="4192757" cy="4558967"/>
            <a:chOff x="6983353" y="-2136808"/>
            <a:chExt cx="4192757" cy="4558967"/>
          </a:xfrm>
        </p:grpSpPr>
        <p:grpSp>
          <p:nvGrpSpPr>
            <p:cNvPr id="1051" name="Google Shape;1051;p24"/>
            <p:cNvGrpSpPr/>
            <p:nvPr/>
          </p:nvGrpSpPr>
          <p:grpSpPr>
            <a:xfrm rot="-509296">
              <a:off x="7187207" y="-982000"/>
              <a:ext cx="3785049" cy="3043008"/>
              <a:chOff x="7103825" y="-713112"/>
              <a:chExt cx="3785226" cy="3043150"/>
            </a:xfrm>
          </p:grpSpPr>
          <p:sp>
            <p:nvSpPr>
              <p:cNvPr id="1052" name="Google Shape;1052;p24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053" name="Google Shape;1053;p24"/>
              <p:cNvPicPr preferRelativeResize="0"/>
              <p:nvPr/>
            </p:nvPicPr>
            <p:blipFill rotWithShape="1">
              <a:blip r:embed="rId2">
                <a:alphaModFix/>
              </a:blip>
              <a:srcRect t="17657" b="17663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054" name="Google Shape;1054;p24"/>
            <p:cNvGrpSpPr/>
            <p:nvPr/>
          </p:nvGrpSpPr>
          <p:grpSpPr>
            <a:xfrm rot="5400000">
              <a:off x="6489450" y="75626"/>
              <a:ext cx="4558967" cy="134100"/>
              <a:chOff x="796100" y="3019701"/>
              <a:chExt cx="4558967" cy="134100"/>
            </a:xfrm>
          </p:grpSpPr>
          <p:sp>
            <p:nvSpPr>
              <p:cNvPr id="1055" name="Google Shape;1055;p24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056" name="Google Shape;1056;p24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057" name="Google Shape;1057;p24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058" name="Google Shape;1058;p24"/>
          <p:cNvSpPr txBox="1">
            <a:spLocks noGrp="1"/>
          </p:cNvSpPr>
          <p:nvPr>
            <p:ph type="subTitle" idx="1"/>
          </p:nvPr>
        </p:nvSpPr>
        <p:spPr>
          <a:xfrm>
            <a:off x="720000" y="2649975"/>
            <a:ext cx="1981800" cy="10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9" name="Google Shape;1059;p24"/>
          <p:cNvSpPr txBox="1">
            <a:spLocks noGrp="1"/>
          </p:cNvSpPr>
          <p:nvPr>
            <p:ph type="subTitle" idx="2"/>
          </p:nvPr>
        </p:nvSpPr>
        <p:spPr>
          <a:xfrm>
            <a:off x="3584484" y="2649975"/>
            <a:ext cx="1981800" cy="10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0" name="Google Shape;1060;p24"/>
          <p:cNvSpPr txBox="1">
            <a:spLocks noGrp="1"/>
          </p:cNvSpPr>
          <p:nvPr>
            <p:ph type="subTitle" idx="3"/>
          </p:nvPr>
        </p:nvSpPr>
        <p:spPr>
          <a:xfrm>
            <a:off x="6448975" y="2649975"/>
            <a:ext cx="1981800" cy="10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1" name="Google Shape;1061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62" name="Google Shape;1062;p24"/>
          <p:cNvSpPr txBox="1">
            <a:spLocks noGrp="1"/>
          </p:cNvSpPr>
          <p:nvPr>
            <p:ph type="subTitle" idx="4"/>
          </p:nvPr>
        </p:nvSpPr>
        <p:spPr>
          <a:xfrm>
            <a:off x="720000" y="2323875"/>
            <a:ext cx="19818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063" name="Google Shape;1063;p24"/>
          <p:cNvSpPr txBox="1">
            <a:spLocks noGrp="1"/>
          </p:cNvSpPr>
          <p:nvPr>
            <p:ph type="subTitle" idx="5"/>
          </p:nvPr>
        </p:nvSpPr>
        <p:spPr>
          <a:xfrm>
            <a:off x="3584483" y="2323875"/>
            <a:ext cx="19818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064" name="Google Shape;1064;p24"/>
          <p:cNvSpPr txBox="1">
            <a:spLocks noGrp="1"/>
          </p:cNvSpPr>
          <p:nvPr>
            <p:ph type="subTitle" idx="6"/>
          </p:nvPr>
        </p:nvSpPr>
        <p:spPr>
          <a:xfrm>
            <a:off x="6448972" y="2323875"/>
            <a:ext cx="19818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grpSp>
        <p:nvGrpSpPr>
          <p:cNvPr id="1065" name="Google Shape;1065;p24"/>
          <p:cNvGrpSpPr/>
          <p:nvPr/>
        </p:nvGrpSpPr>
        <p:grpSpPr>
          <a:xfrm>
            <a:off x="6067575" y="2796625"/>
            <a:ext cx="4006263" cy="4771152"/>
            <a:chOff x="5915175" y="2339425"/>
            <a:chExt cx="4006263" cy="4771152"/>
          </a:xfrm>
        </p:grpSpPr>
        <p:sp>
          <p:nvSpPr>
            <p:cNvPr id="1066" name="Google Shape;1066;p24"/>
            <p:cNvSpPr/>
            <p:nvPr/>
          </p:nvSpPr>
          <p:spPr>
            <a:xfrm>
              <a:off x="5915175" y="2361286"/>
              <a:ext cx="4006263" cy="4749291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24"/>
            <p:cNvSpPr/>
            <p:nvPr/>
          </p:nvSpPr>
          <p:spPr>
            <a:xfrm>
              <a:off x="6873793" y="2339425"/>
              <a:ext cx="2925190" cy="3057668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68" name="Google Shape;1068;p24"/>
            <p:cNvGrpSpPr/>
            <p:nvPr/>
          </p:nvGrpSpPr>
          <p:grpSpPr>
            <a:xfrm>
              <a:off x="7520550" y="4608575"/>
              <a:ext cx="582050" cy="582425"/>
              <a:chOff x="959750" y="3039275"/>
              <a:chExt cx="582050" cy="582425"/>
            </a:xfrm>
          </p:grpSpPr>
          <p:sp>
            <p:nvSpPr>
              <p:cNvPr id="1069" name="Google Shape;1069;p24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Google Shape;1070;p24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Google Shape;1071;p24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Google Shape;1072;p24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Google Shape;1073;p24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Google Shape;1074;p24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Google Shape;1075;p24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76" name="Google Shape;1076;p24"/>
            <p:cNvGrpSpPr/>
            <p:nvPr/>
          </p:nvGrpSpPr>
          <p:grpSpPr>
            <a:xfrm>
              <a:off x="8484675" y="3658275"/>
              <a:ext cx="582050" cy="582425"/>
              <a:chOff x="959750" y="3039275"/>
              <a:chExt cx="582050" cy="582425"/>
            </a:xfrm>
          </p:grpSpPr>
          <p:sp>
            <p:nvSpPr>
              <p:cNvPr id="1077" name="Google Shape;1077;p24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Google Shape;1078;p24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Google Shape;1079;p24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Google Shape;1080;p24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Google Shape;1081;p24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Google Shape;1082;p24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Google Shape;1083;p24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84" name="Google Shape;1084;p24"/>
          <p:cNvGrpSpPr/>
          <p:nvPr/>
        </p:nvGrpSpPr>
        <p:grpSpPr>
          <a:xfrm>
            <a:off x="-235366" y="3828554"/>
            <a:ext cx="5249359" cy="2992224"/>
            <a:chOff x="-258616" y="3430829"/>
            <a:chExt cx="5249359" cy="2992224"/>
          </a:xfrm>
        </p:grpSpPr>
        <p:pic>
          <p:nvPicPr>
            <p:cNvPr id="1085" name="Google Shape;1085;p24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1070243" y="3430829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6" name="Google Shape;1086;p24"/>
            <p:cNvSpPr/>
            <p:nvPr/>
          </p:nvSpPr>
          <p:spPr>
            <a:xfrm>
              <a:off x="363250" y="4667754"/>
              <a:ext cx="582037" cy="55735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24"/>
            <p:cNvSpPr/>
            <p:nvPr/>
          </p:nvSpPr>
          <p:spPr>
            <a:xfrm>
              <a:off x="941424" y="4724302"/>
              <a:ext cx="340329" cy="325895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24"/>
            <p:cNvSpPr/>
            <p:nvPr/>
          </p:nvSpPr>
          <p:spPr>
            <a:xfrm>
              <a:off x="820562" y="4958179"/>
              <a:ext cx="582037" cy="55735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24"/>
            <p:cNvSpPr/>
            <p:nvPr/>
          </p:nvSpPr>
          <p:spPr>
            <a:xfrm>
              <a:off x="1299000" y="4608579"/>
              <a:ext cx="582037" cy="55735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24"/>
            <p:cNvSpPr/>
            <p:nvPr/>
          </p:nvSpPr>
          <p:spPr>
            <a:xfrm rot="5400000">
              <a:off x="447539" y="3133720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91" name="Google Shape;1091;p24"/>
            <p:cNvGrpSpPr/>
            <p:nvPr/>
          </p:nvGrpSpPr>
          <p:grpSpPr>
            <a:xfrm>
              <a:off x="736485" y="4387072"/>
              <a:ext cx="161977" cy="161940"/>
              <a:chOff x="1101075" y="2142375"/>
              <a:chExt cx="439200" cy="439100"/>
            </a:xfrm>
          </p:grpSpPr>
          <p:sp>
            <p:nvSpPr>
              <p:cNvPr id="1092" name="Google Shape;1092;p24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Google Shape;1093;p24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94" name="Google Shape;1094;p24"/>
            <p:cNvGrpSpPr/>
            <p:nvPr/>
          </p:nvGrpSpPr>
          <p:grpSpPr>
            <a:xfrm rot="10800000">
              <a:off x="2118901" y="4805293"/>
              <a:ext cx="161977" cy="161940"/>
              <a:chOff x="1101075" y="2142375"/>
              <a:chExt cx="439200" cy="439100"/>
            </a:xfrm>
          </p:grpSpPr>
          <p:sp>
            <p:nvSpPr>
              <p:cNvPr id="1095" name="Google Shape;1095;p24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Google Shape;1096;p24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97" name="Google Shape;1097;p24"/>
          <p:cNvGrpSpPr/>
          <p:nvPr/>
        </p:nvGrpSpPr>
        <p:grpSpPr>
          <a:xfrm>
            <a:off x="-515563" y="-797996"/>
            <a:ext cx="1433417" cy="2584783"/>
            <a:chOff x="-363163" y="-645596"/>
            <a:chExt cx="1433417" cy="2584783"/>
          </a:xfrm>
        </p:grpSpPr>
        <p:grpSp>
          <p:nvGrpSpPr>
            <p:cNvPr id="1098" name="Google Shape;1098;p24"/>
            <p:cNvGrpSpPr/>
            <p:nvPr/>
          </p:nvGrpSpPr>
          <p:grpSpPr>
            <a:xfrm rot="10800000">
              <a:off x="-64595" y="-645596"/>
              <a:ext cx="1134849" cy="2370191"/>
              <a:chOff x="-575575" y="3685599"/>
              <a:chExt cx="1421048" cy="2967932"/>
            </a:xfrm>
          </p:grpSpPr>
          <p:sp>
            <p:nvSpPr>
              <p:cNvPr id="1099" name="Google Shape;1099;p24"/>
              <p:cNvSpPr/>
              <p:nvPr/>
            </p:nvSpPr>
            <p:spPr>
              <a:xfrm>
                <a:off x="-575575" y="3685599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Google Shape;1100;p24"/>
              <p:cNvSpPr/>
              <p:nvPr/>
            </p:nvSpPr>
            <p:spPr>
              <a:xfrm rot="10800000">
                <a:off x="-575573" y="3820175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101" name="Google Shape;1101;p24"/>
            <p:cNvSpPr/>
            <p:nvPr/>
          </p:nvSpPr>
          <p:spPr>
            <a:xfrm>
              <a:off x="0" y="361650"/>
              <a:ext cx="581991" cy="575861"/>
            </a:xfrm>
            <a:custGeom>
              <a:avLst/>
              <a:gdLst/>
              <a:ahLst/>
              <a:cxnLst/>
              <a:rect l="l" t="t" r="r" b="b"/>
              <a:pathLst>
                <a:path w="36171" h="35790" extrusionOk="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24"/>
            <p:cNvSpPr/>
            <p:nvPr/>
          </p:nvSpPr>
          <p:spPr>
            <a:xfrm>
              <a:off x="131225" y="0"/>
              <a:ext cx="581991" cy="575861"/>
            </a:xfrm>
            <a:custGeom>
              <a:avLst/>
              <a:gdLst/>
              <a:ahLst/>
              <a:cxnLst/>
              <a:rect l="l" t="t" r="r" b="b"/>
              <a:pathLst>
                <a:path w="36171" h="35790" extrusionOk="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03" name="Google Shape;1103;p24"/>
            <p:cNvGrpSpPr/>
            <p:nvPr/>
          </p:nvGrpSpPr>
          <p:grpSpPr>
            <a:xfrm rot="-2700000" flipH="1">
              <a:off x="-216370" y="1084101"/>
              <a:ext cx="708093" cy="708493"/>
              <a:chOff x="3678700" y="407275"/>
              <a:chExt cx="708100" cy="708500"/>
            </a:xfrm>
          </p:grpSpPr>
          <p:sp>
            <p:nvSpPr>
              <p:cNvPr id="1104" name="Google Shape;1104;p24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Google Shape;1105;p24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Google Shape;1106;p24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Google Shape;1107;p24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Google Shape;1108;p24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Google Shape;1109;p24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Google Shape;1110;p24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0" name="Google Shape;1340;p30"/>
          <p:cNvGrpSpPr/>
          <p:nvPr/>
        </p:nvGrpSpPr>
        <p:grpSpPr>
          <a:xfrm>
            <a:off x="-623241" y="3925887"/>
            <a:ext cx="2833357" cy="1517787"/>
            <a:chOff x="-623241" y="3849687"/>
            <a:chExt cx="2833357" cy="1517787"/>
          </a:xfrm>
        </p:grpSpPr>
        <p:grpSp>
          <p:nvGrpSpPr>
            <p:cNvPr id="1341" name="Google Shape;1341;p30"/>
            <p:cNvGrpSpPr/>
            <p:nvPr/>
          </p:nvGrpSpPr>
          <p:grpSpPr>
            <a:xfrm rot="5400000">
              <a:off x="-879113" y="4155104"/>
              <a:ext cx="1517787" cy="906953"/>
              <a:chOff x="-55500" y="4835979"/>
              <a:chExt cx="1517787" cy="906953"/>
            </a:xfrm>
          </p:grpSpPr>
          <p:sp>
            <p:nvSpPr>
              <p:cNvPr id="1342" name="Google Shape;1342;p30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Google Shape;1343;p30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Google Shape;1344;p30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Google Shape;1345;p30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46" name="Google Shape;1346;p30"/>
            <p:cNvGrpSpPr/>
            <p:nvPr/>
          </p:nvGrpSpPr>
          <p:grpSpPr>
            <a:xfrm>
              <a:off x="-623241" y="3946426"/>
              <a:ext cx="2833357" cy="1421047"/>
              <a:chOff x="-677366" y="4067276"/>
              <a:chExt cx="2833357" cy="1421047"/>
            </a:xfrm>
          </p:grpSpPr>
          <p:sp>
            <p:nvSpPr>
              <p:cNvPr id="1347" name="Google Shape;1347;p30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48" name="Google Shape;1348;p30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349" name="Google Shape;1349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0" name="Google Shape;1350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351" name="Google Shape;1351;p30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1352" name="Google Shape;1352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3" name="Google Shape;1353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354" name="Google Shape;1354;p30"/>
            <p:cNvSpPr/>
            <p:nvPr/>
          </p:nvSpPr>
          <p:spPr>
            <a:xfrm rot="-5400000">
              <a:off x="289120" y="3696219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5" name="Google Shape;1355;p30"/>
          <p:cNvGrpSpPr/>
          <p:nvPr/>
        </p:nvGrpSpPr>
        <p:grpSpPr>
          <a:xfrm>
            <a:off x="6323925" y="-1678249"/>
            <a:ext cx="4189199" cy="3065874"/>
            <a:chOff x="6171525" y="-1678249"/>
            <a:chExt cx="4189199" cy="3065874"/>
          </a:xfrm>
        </p:grpSpPr>
        <p:sp>
          <p:nvSpPr>
            <p:cNvPr id="1356" name="Google Shape;1356;p30"/>
            <p:cNvSpPr/>
            <p:nvPr/>
          </p:nvSpPr>
          <p:spPr>
            <a:xfrm rot="-5400000">
              <a:off x="6808863" y="-808395"/>
              <a:ext cx="1558682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357" name="Google Shape;1357;p30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6587425" y="-1678249"/>
              <a:ext cx="3773299" cy="2879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8" name="Google Shape;1358;p30"/>
            <p:cNvSpPr/>
            <p:nvPr/>
          </p:nvSpPr>
          <p:spPr>
            <a:xfrm>
              <a:off x="8292929" y="-80469"/>
              <a:ext cx="904284" cy="86593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59" name="Google Shape;1359;p30"/>
            <p:cNvGrpSpPr/>
            <p:nvPr/>
          </p:nvGrpSpPr>
          <p:grpSpPr>
            <a:xfrm rot="-2700000">
              <a:off x="8302147" y="61289"/>
              <a:ext cx="582044" cy="582419"/>
              <a:chOff x="959750" y="3039275"/>
              <a:chExt cx="582050" cy="582425"/>
            </a:xfrm>
          </p:grpSpPr>
          <p:sp>
            <p:nvSpPr>
              <p:cNvPr id="1360" name="Google Shape;1360;p3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Google Shape;1361;p3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Google Shape;1362;p3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Google Shape;1363;p3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Google Shape;1364;p3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Google Shape;1365;p3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Google Shape;1366;p3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67" name="Google Shape;1367;p30"/>
            <p:cNvGrpSpPr/>
            <p:nvPr/>
          </p:nvGrpSpPr>
          <p:grpSpPr>
            <a:xfrm rot="-2700000">
              <a:off x="8551447" y="61289"/>
              <a:ext cx="582044" cy="582419"/>
              <a:chOff x="959750" y="3039275"/>
              <a:chExt cx="582050" cy="582425"/>
            </a:xfrm>
          </p:grpSpPr>
          <p:sp>
            <p:nvSpPr>
              <p:cNvPr id="1368" name="Google Shape;1368;p3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Google Shape;1369;p3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Google Shape;1370;p3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Google Shape;1371;p3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Google Shape;1372;p3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Google Shape;1373;p3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Google Shape;1374;p3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75" name="Google Shape;1375;p30"/>
          <p:cNvGrpSpPr/>
          <p:nvPr/>
        </p:nvGrpSpPr>
        <p:grpSpPr>
          <a:xfrm rot="2700000">
            <a:off x="8945322" y="2352177"/>
            <a:ext cx="439196" cy="439096"/>
            <a:chOff x="1101075" y="2142375"/>
            <a:chExt cx="439200" cy="439100"/>
          </a:xfrm>
        </p:grpSpPr>
        <p:sp>
          <p:nvSpPr>
            <p:cNvPr id="1376" name="Google Shape;1376;p30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30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bg>
      <p:bgPr>
        <a:solidFill>
          <a:schemeClr val="dk2"/>
        </a:solidFill>
        <a:effectLst/>
      </p:bgPr>
    </p:bg>
    <p:spTree>
      <p:nvGrpSpPr>
        <p:cNvPr id="1" name="Shape 1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9" name="Google Shape;1379;p31"/>
          <p:cNvGrpSpPr/>
          <p:nvPr/>
        </p:nvGrpSpPr>
        <p:grpSpPr>
          <a:xfrm>
            <a:off x="8332551" y="-7"/>
            <a:ext cx="2386151" cy="3293873"/>
            <a:chOff x="8256351" y="-7"/>
            <a:chExt cx="2386151" cy="3293873"/>
          </a:xfrm>
        </p:grpSpPr>
        <p:pic>
          <p:nvPicPr>
            <p:cNvPr id="1380" name="Google Shape;1380;p31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5400000">
              <a:off x="7886227" y="537590"/>
              <a:ext cx="3126400" cy="23861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81" name="Google Shape;1381;p31"/>
            <p:cNvGrpSpPr/>
            <p:nvPr/>
          </p:nvGrpSpPr>
          <p:grpSpPr>
            <a:xfrm rot="10800000">
              <a:off x="8452444" y="-7"/>
              <a:ext cx="325154" cy="1788670"/>
              <a:chOff x="8869019" y="-622132"/>
              <a:chExt cx="325154" cy="1788670"/>
            </a:xfrm>
          </p:grpSpPr>
          <p:sp>
            <p:nvSpPr>
              <p:cNvPr id="1382" name="Google Shape;1382;p31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83" name="Google Shape;1383;p31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1384" name="Google Shape;1384;p31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85" name="Google Shape;1385;p31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386" name="Google Shape;1386;p31"/>
          <p:cNvGrpSpPr/>
          <p:nvPr/>
        </p:nvGrpSpPr>
        <p:grpSpPr>
          <a:xfrm>
            <a:off x="-213525" y="171225"/>
            <a:ext cx="439200" cy="439100"/>
            <a:chOff x="1101075" y="2142375"/>
            <a:chExt cx="439200" cy="439100"/>
          </a:xfrm>
        </p:grpSpPr>
        <p:sp>
          <p:nvSpPr>
            <p:cNvPr id="1387" name="Google Shape;1387;p31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31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9" name="Google Shape;1389;p31"/>
          <p:cNvGrpSpPr/>
          <p:nvPr/>
        </p:nvGrpSpPr>
        <p:grpSpPr>
          <a:xfrm>
            <a:off x="-1262974" y="3161328"/>
            <a:ext cx="4822591" cy="2934500"/>
            <a:chOff x="-1186774" y="3161328"/>
            <a:chExt cx="4822591" cy="2934500"/>
          </a:xfrm>
        </p:grpSpPr>
        <p:pic>
          <p:nvPicPr>
            <p:cNvPr id="1390" name="Google Shape;1390;p31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5400000">
              <a:off x="-1534175" y="3508728"/>
              <a:ext cx="2934500" cy="2239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1" name="Google Shape;1391;p31"/>
            <p:cNvSpPr/>
            <p:nvPr/>
          </p:nvSpPr>
          <p:spPr>
            <a:xfrm rot="-5400000">
              <a:off x="-184180" y="3596444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92" name="Google Shape;1392;p31"/>
            <p:cNvGrpSpPr/>
            <p:nvPr/>
          </p:nvGrpSpPr>
          <p:grpSpPr>
            <a:xfrm>
              <a:off x="58899" y="4608583"/>
              <a:ext cx="604346" cy="657081"/>
              <a:chOff x="58899" y="4608583"/>
              <a:chExt cx="604346" cy="657081"/>
            </a:xfrm>
          </p:grpSpPr>
          <p:grpSp>
            <p:nvGrpSpPr>
              <p:cNvPr id="1393" name="Google Shape;1393;p31"/>
              <p:cNvGrpSpPr/>
              <p:nvPr/>
            </p:nvGrpSpPr>
            <p:grpSpPr>
              <a:xfrm rot="10800000">
                <a:off x="58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394" name="Google Shape;1394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5" name="Google Shape;1395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6" name="Google Shape;1396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7" name="Google Shape;1397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8" name="Google Shape;1398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9" name="Google Shape;1399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0" name="Google Shape;1400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01" name="Google Shape;1401;p31"/>
              <p:cNvGrpSpPr/>
              <p:nvPr/>
            </p:nvGrpSpPr>
            <p:grpSpPr>
              <a:xfrm rot="10800000">
                <a:off x="334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402" name="Google Shape;1402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3" name="Google Shape;1403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4" name="Google Shape;1404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5" name="Google Shape;1405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6" name="Google Shape;1406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7" name="Google Shape;1407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8" name="Google Shape;1408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09" name="Google Shape;1409;p31"/>
              <p:cNvGrpSpPr/>
              <p:nvPr/>
            </p:nvGrpSpPr>
            <p:grpSpPr>
              <a:xfrm rot="10800000">
                <a:off x="282574" y="4937133"/>
                <a:ext cx="328346" cy="328531"/>
                <a:chOff x="3678700" y="407275"/>
                <a:chExt cx="708100" cy="708500"/>
              </a:xfrm>
            </p:grpSpPr>
            <p:sp>
              <p:nvSpPr>
                <p:cNvPr id="1410" name="Google Shape;1410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1" name="Google Shape;1411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2" name="Google Shape;1412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3" name="Google Shape;1413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4" name="Google Shape;1414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5" name="Google Shape;1415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6" name="Google Shape;1416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417" name="Google Shape;1417;p31"/>
            <p:cNvGrpSpPr/>
            <p:nvPr/>
          </p:nvGrpSpPr>
          <p:grpSpPr>
            <a:xfrm>
              <a:off x="-923150" y="4796551"/>
              <a:ext cx="4558967" cy="134100"/>
              <a:chOff x="796100" y="3019701"/>
              <a:chExt cx="4558967" cy="134100"/>
            </a:xfrm>
          </p:grpSpPr>
          <p:sp>
            <p:nvSpPr>
              <p:cNvPr id="1418" name="Google Shape;1418;p31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419" name="Google Shape;1419;p31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420" name="Google Shape;1420;p31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8"/>
          <p:cNvSpPr txBox="1">
            <a:spLocks noGrp="1"/>
          </p:cNvSpPr>
          <p:nvPr>
            <p:ph type="title"/>
          </p:nvPr>
        </p:nvSpPr>
        <p:spPr>
          <a:xfrm>
            <a:off x="713225" y="2122600"/>
            <a:ext cx="7297500" cy="91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366" name="Google Shape;366;p8"/>
          <p:cNvGrpSpPr/>
          <p:nvPr/>
        </p:nvGrpSpPr>
        <p:grpSpPr>
          <a:xfrm>
            <a:off x="6475811" y="-1541623"/>
            <a:ext cx="2583360" cy="2409685"/>
            <a:chOff x="6475811" y="-1541623"/>
            <a:chExt cx="2583360" cy="2409685"/>
          </a:xfrm>
        </p:grpSpPr>
        <p:grpSp>
          <p:nvGrpSpPr>
            <p:cNvPr id="367" name="Google Shape;367;p8"/>
            <p:cNvGrpSpPr/>
            <p:nvPr/>
          </p:nvGrpSpPr>
          <p:grpSpPr>
            <a:xfrm rot="-5400000">
              <a:off x="5879041" y="-944853"/>
              <a:ext cx="2133442" cy="939904"/>
              <a:chOff x="-149984" y="3754784"/>
              <a:chExt cx="2133442" cy="939904"/>
            </a:xfrm>
          </p:grpSpPr>
          <p:sp>
            <p:nvSpPr>
              <p:cNvPr id="368" name="Google Shape;368;p8"/>
              <p:cNvSpPr/>
              <p:nvPr/>
            </p:nvSpPr>
            <p:spPr>
              <a:xfrm rot="5400000">
                <a:off x="707379" y="3056155"/>
                <a:ext cx="577450" cy="1974708"/>
              </a:xfrm>
              <a:custGeom>
                <a:avLst/>
                <a:gdLst/>
                <a:ahLst/>
                <a:cxnLst/>
                <a:rect l="l" t="t" r="r" b="b"/>
                <a:pathLst>
                  <a:path w="14079" h="48146" extrusionOk="0">
                    <a:moveTo>
                      <a:pt x="13866" y="0"/>
                    </a:moveTo>
                    <a:lnTo>
                      <a:pt x="5867" y="7999"/>
                    </a:lnTo>
                    <a:lnTo>
                      <a:pt x="5836" y="8045"/>
                    </a:lnTo>
                    <a:lnTo>
                      <a:pt x="5836" y="31737"/>
                    </a:lnTo>
                    <a:lnTo>
                      <a:pt x="1" y="37541"/>
                    </a:lnTo>
                    <a:lnTo>
                      <a:pt x="1" y="48146"/>
                    </a:lnTo>
                    <a:lnTo>
                      <a:pt x="306" y="48146"/>
                    </a:lnTo>
                    <a:lnTo>
                      <a:pt x="306" y="37679"/>
                    </a:lnTo>
                    <a:lnTo>
                      <a:pt x="6141" y="31874"/>
                    </a:lnTo>
                    <a:lnTo>
                      <a:pt x="6141" y="8167"/>
                    </a:lnTo>
                    <a:lnTo>
                      <a:pt x="14079" y="229"/>
                    </a:lnTo>
                    <a:lnTo>
                      <a:pt x="13866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Google Shape;369;p8"/>
              <p:cNvSpPr/>
              <p:nvPr/>
            </p:nvSpPr>
            <p:spPr>
              <a:xfrm rot="5400000">
                <a:off x="391825" y="3465468"/>
                <a:ext cx="687411" cy="1771028"/>
              </a:xfrm>
              <a:custGeom>
                <a:avLst/>
                <a:gdLst/>
                <a:ahLst/>
                <a:cxnLst/>
                <a:rect l="l" t="t" r="r" b="b"/>
                <a:pathLst>
                  <a:path w="16760" h="43180" extrusionOk="0">
                    <a:moveTo>
                      <a:pt x="16531" y="1"/>
                    </a:moveTo>
                    <a:lnTo>
                      <a:pt x="4403" y="12159"/>
                    </a:lnTo>
                    <a:lnTo>
                      <a:pt x="4342" y="12190"/>
                    </a:lnTo>
                    <a:lnTo>
                      <a:pt x="4342" y="25734"/>
                    </a:lnTo>
                    <a:lnTo>
                      <a:pt x="0" y="30077"/>
                    </a:lnTo>
                    <a:lnTo>
                      <a:pt x="8746" y="38822"/>
                    </a:lnTo>
                    <a:lnTo>
                      <a:pt x="8746" y="43180"/>
                    </a:lnTo>
                    <a:lnTo>
                      <a:pt x="9066" y="43180"/>
                    </a:lnTo>
                    <a:lnTo>
                      <a:pt x="9066" y="38700"/>
                    </a:lnTo>
                    <a:lnTo>
                      <a:pt x="442" y="30077"/>
                    </a:lnTo>
                    <a:lnTo>
                      <a:pt x="4662" y="25872"/>
                    </a:lnTo>
                    <a:lnTo>
                      <a:pt x="4662" y="12327"/>
                    </a:lnTo>
                    <a:lnTo>
                      <a:pt x="16760" y="230"/>
                    </a:lnTo>
                    <a:lnTo>
                      <a:pt x="16531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70" name="Google Shape;370;p8"/>
            <p:cNvSpPr/>
            <p:nvPr/>
          </p:nvSpPr>
          <p:spPr>
            <a:xfrm rot="5400000">
              <a:off x="7783092" y="-770470"/>
              <a:ext cx="577450" cy="1974708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8"/>
            <p:cNvSpPr/>
            <p:nvPr/>
          </p:nvSpPr>
          <p:spPr>
            <a:xfrm rot="5400000">
              <a:off x="7617537" y="-361157"/>
              <a:ext cx="687411" cy="1771028"/>
            </a:xfrm>
            <a:custGeom>
              <a:avLst/>
              <a:gdLst/>
              <a:ahLst/>
              <a:cxnLst/>
              <a:rect l="l" t="t" r="r" b="b"/>
              <a:pathLst>
                <a:path w="16760" h="43180" extrusionOk="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2" name="Google Shape;372;p8"/>
            <p:cNvGrpSpPr/>
            <p:nvPr/>
          </p:nvGrpSpPr>
          <p:grpSpPr>
            <a:xfrm>
              <a:off x="7741638" y="-258450"/>
              <a:ext cx="439200" cy="439100"/>
              <a:chOff x="1101075" y="2142375"/>
              <a:chExt cx="439200" cy="439100"/>
            </a:xfrm>
          </p:grpSpPr>
          <p:sp>
            <p:nvSpPr>
              <p:cNvPr id="373" name="Google Shape;373;p8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Google Shape;374;p8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="" xmlns:p14="http://schemas.microsoft.com/office/powerpoint/2010/main" val="2485208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5" r:id="rId4"/>
    <p:sldLayoutId id="2147483658" r:id="rId5"/>
    <p:sldLayoutId id="2147483659" r:id="rId6"/>
    <p:sldLayoutId id="2147483662" r:id="rId7"/>
    <p:sldLayoutId id="2147483665" r:id="rId8"/>
    <p:sldLayoutId id="2147483669" r:id="rId9"/>
    <p:sldLayoutId id="2147483670" r:id="rId10"/>
    <p:sldLayoutId id="2147483676" r:id="rId11"/>
    <p:sldLayoutId id="2147483677" r:id="rId12"/>
    <p:sldLayoutId id="214748368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Google Shape;1431;p35"/>
          <p:cNvSpPr txBox="1">
            <a:spLocks noGrp="1"/>
          </p:cNvSpPr>
          <p:nvPr>
            <p:ph type="subTitle" idx="1"/>
          </p:nvPr>
        </p:nvSpPr>
        <p:spPr>
          <a:xfrm>
            <a:off x="1096850" y="3456250"/>
            <a:ext cx="48825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&lt;#</a:t>
            </a:r>
            <a:r>
              <a:rPr lang="en" dirty="0" err="1"/>
              <a:t>docente</a:t>
            </a:r>
            <a:r>
              <a:rPr lang="en" dirty="0"/>
              <a:t>#&gt;</a:t>
            </a:r>
            <a:endParaRPr dirty="0"/>
          </a:p>
        </p:txBody>
      </p:sp>
      <p:sp>
        <p:nvSpPr>
          <p:cNvPr id="1432" name="Google Shape;1432;p35"/>
          <p:cNvSpPr txBox="1">
            <a:spLocks noGrp="1"/>
          </p:cNvSpPr>
          <p:nvPr>
            <p:ph type="ctrTitle"/>
          </p:nvPr>
        </p:nvSpPr>
        <p:spPr>
          <a:xfrm>
            <a:off x="1096850" y="1547350"/>
            <a:ext cx="6974700" cy="159547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2"/>
                </a:solidFill>
              </a:rPr>
              <a:t>&lt;#</a:t>
            </a:r>
            <a:r>
              <a:rPr lang="en" sz="4000" dirty="0" err="1">
                <a:solidFill>
                  <a:schemeClr val="dk2"/>
                </a:solidFill>
              </a:rPr>
              <a:t>titolo_lezione</a:t>
            </a:r>
            <a:r>
              <a:rPr lang="en" dirty="0">
                <a:solidFill>
                  <a:schemeClr val="dk2"/>
                </a:solidFill>
              </a:rPr>
              <a:t>#&gt;</a:t>
            </a:r>
            <a:endParaRPr dirty="0">
              <a:solidFill>
                <a:schemeClr val="dk1"/>
              </a:solidFill>
            </a:endParaRPr>
          </a:p>
        </p:txBody>
      </p:sp>
      <p:grpSp>
        <p:nvGrpSpPr>
          <p:cNvPr id="1433" name="Google Shape;1433;p35"/>
          <p:cNvGrpSpPr/>
          <p:nvPr/>
        </p:nvGrpSpPr>
        <p:grpSpPr>
          <a:xfrm>
            <a:off x="1096850" y="3242811"/>
            <a:ext cx="3936683" cy="134070"/>
            <a:chOff x="1096850" y="3242811"/>
            <a:chExt cx="3936683" cy="134070"/>
          </a:xfrm>
        </p:grpSpPr>
        <p:cxnSp>
          <p:nvCxnSpPr>
            <p:cNvPr id="1434" name="Google Shape;1434;p35"/>
            <p:cNvCxnSpPr/>
            <p:nvPr/>
          </p:nvCxnSpPr>
          <p:spPr>
            <a:xfrm>
              <a:off x="1096850" y="3309850"/>
              <a:ext cx="38406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35" name="Google Shape;1435;p35"/>
            <p:cNvGrpSpPr/>
            <p:nvPr/>
          </p:nvGrpSpPr>
          <p:grpSpPr>
            <a:xfrm>
              <a:off x="4899464" y="3242811"/>
              <a:ext cx="134070" cy="134070"/>
              <a:chOff x="8382514" y="1084976"/>
              <a:chExt cx="265800" cy="265800"/>
            </a:xfrm>
          </p:grpSpPr>
          <p:sp>
            <p:nvSpPr>
              <p:cNvPr id="1436" name="Google Shape;1436;p35"/>
              <p:cNvSpPr/>
              <p:nvPr/>
            </p:nvSpPr>
            <p:spPr>
              <a:xfrm>
                <a:off x="8442213" y="1144734"/>
                <a:ext cx="146400" cy="1464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Google Shape;1437;p35"/>
              <p:cNvSpPr/>
              <p:nvPr/>
            </p:nvSpPr>
            <p:spPr>
              <a:xfrm>
                <a:off x="8382514" y="1084976"/>
                <a:ext cx="265800" cy="2658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38" name="Google Shape;1438;p35"/>
          <p:cNvGrpSpPr/>
          <p:nvPr/>
        </p:nvGrpSpPr>
        <p:grpSpPr>
          <a:xfrm>
            <a:off x="8017432" y="-313900"/>
            <a:ext cx="134070" cy="1891362"/>
            <a:chOff x="8017432" y="-313900"/>
            <a:chExt cx="134070" cy="1891362"/>
          </a:xfrm>
        </p:grpSpPr>
        <p:sp>
          <p:nvSpPr>
            <p:cNvPr id="1439" name="Google Shape;1439;p35"/>
            <p:cNvSpPr/>
            <p:nvPr/>
          </p:nvSpPr>
          <p:spPr>
            <a:xfrm rot="5400000">
              <a:off x="8017432" y="1443393"/>
              <a:ext cx="134070" cy="13407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440" name="Google Shape;1440;p35"/>
            <p:cNvCxnSpPr/>
            <p:nvPr/>
          </p:nvCxnSpPr>
          <p:spPr>
            <a:xfrm>
              <a:off x="8084450" y="-313900"/>
              <a:ext cx="0" cy="1795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41" name="Google Shape;1441;p35"/>
            <p:cNvSpPr/>
            <p:nvPr/>
          </p:nvSpPr>
          <p:spPr>
            <a:xfrm rot="5400000">
              <a:off x="8047515" y="1473505"/>
              <a:ext cx="73844" cy="73844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2" name="Google Shape;1442;p35"/>
          <p:cNvGrpSpPr/>
          <p:nvPr/>
        </p:nvGrpSpPr>
        <p:grpSpPr>
          <a:xfrm>
            <a:off x="6309526" y="957475"/>
            <a:ext cx="3504715" cy="5119205"/>
            <a:chOff x="6309526" y="836950"/>
            <a:chExt cx="3504715" cy="5119205"/>
          </a:xfrm>
        </p:grpSpPr>
        <p:sp>
          <p:nvSpPr>
            <p:cNvPr id="1443" name="Google Shape;1443;p35"/>
            <p:cNvSpPr/>
            <p:nvPr/>
          </p:nvSpPr>
          <p:spPr>
            <a:xfrm>
              <a:off x="6309526" y="836950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44" name="Google Shape;1444;p35"/>
            <p:cNvGrpSpPr/>
            <p:nvPr/>
          </p:nvGrpSpPr>
          <p:grpSpPr>
            <a:xfrm>
              <a:off x="7728436" y="3524084"/>
              <a:ext cx="134004" cy="134004"/>
              <a:chOff x="8356813" y="1074288"/>
              <a:chExt cx="351900" cy="351900"/>
            </a:xfrm>
          </p:grpSpPr>
          <p:sp>
            <p:nvSpPr>
              <p:cNvPr id="1445" name="Google Shape;1445;p35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Google Shape;1446;p35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7" name="Google Shape;1447;p35"/>
            <p:cNvGrpSpPr/>
            <p:nvPr/>
          </p:nvGrpSpPr>
          <p:grpSpPr>
            <a:xfrm>
              <a:off x="7344361" y="3150259"/>
              <a:ext cx="134004" cy="134004"/>
              <a:chOff x="8356813" y="1074288"/>
              <a:chExt cx="351900" cy="351900"/>
            </a:xfrm>
          </p:grpSpPr>
          <p:sp>
            <p:nvSpPr>
              <p:cNvPr id="1448" name="Google Shape;1448;p35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Google Shape;1449;p35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0" name="Google Shape;1450;p35"/>
            <p:cNvGrpSpPr/>
            <p:nvPr/>
          </p:nvGrpSpPr>
          <p:grpSpPr>
            <a:xfrm>
              <a:off x="8337811" y="2464059"/>
              <a:ext cx="134004" cy="134004"/>
              <a:chOff x="8356813" y="1074288"/>
              <a:chExt cx="351900" cy="351900"/>
            </a:xfrm>
          </p:grpSpPr>
          <p:sp>
            <p:nvSpPr>
              <p:cNvPr id="1451" name="Google Shape;1451;p35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Google Shape;1452;p35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53" name="Google Shape;1453;p35"/>
            <p:cNvSpPr/>
            <p:nvPr/>
          </p:nvSpPr>
          <p:spPr>
            <a:xfrm rot="5400000">
              <a:off x="7687039" y="1023058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" name="Google Shape;1431;p35"/>
          <p:cNvSpPr txBox="1">
            <a:spLocks/>
          </p:cNvSpPr>
          <p:nvPr/>
        </p:nvSpPr>
        <p:spPr>
          <a:xfrm>
            <a:off x="4689899" y="4566832"/>
            <a:ext cx="2578901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  <a:buClr>
                <a:schemeClr val="dk1"/>
              </a:buClr>
              <a:buSzPts val="1400"/>
            </a:pPr>
            <a:r>
              <a:rPr kumimoji="0" lang="it-IT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&lt;#</a:t>
            </a:r>
            <a:r>
              <a:rPr lang="it-IT" sz="1600" dirty="0" err="1" smtClean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anno_scolastico</a:t>
            </a:r>
            <a:r>
              <a:rPr lang="it-IT" sz="1600" dirty="0" smtClean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#&gt;</a:t>
            </a:r>
            <a:endParaRPr lang="it-IT" sz="16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" name="Google Shape;1673;p42"/>
          <p:cNvSpPr txBox="1">
            <a:spLocks/>
          </p:cNvSpPr>
          <p:nvPr/>
        </p:nvSpPr>
        <p:spPr>
          <a:xfrm>
            <a:off x="2650602" y="4603582"/>
            <a:ext cx="2248861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it-IT" sz="1600" smtClean="0">
                <a:solidFill>
                  <a:schemeClr val="dk1"/>
                </a:solidFill>
                <a:latin typeface="Poppins"/>
                <a:ea typeface="Poppins"/>
                <a:cs typeface="Poppins"/>
              </a:rPr>
              <a:t>Anno scolastico</a:t>
            </a:r>
            <a:r>
              <a:rPr kumimoji="0" lang="it-IT" sz="1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: </a:t>
            </a:r>
            <a:endParaRPr kumimoji="0" lang="it-IT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1431;p35"/>
          <p:cNvSpPr txBox="1">
            <a:spLocks/>
          </p:cNvSpPr>
          <p:nvPr/>
        </p:nvSpPr>
        <p:spPr>
          <a:xfrm>
            <a:off x="1476235" y="312516"/>
            <a:ext cx="600213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lnSpc>
                <a:spcPct val="115000"/>
              </a:lnSpc>
              <a:buClr>
                <a:schemeClr val="dk1"/>
              </a:buClr>
              <a:buSzPts val="1400"/>
            </a:pPr>
            <a:r>
              <a:rPr kumimoji="0" lang="it-IT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&lt;#</a:t>
            </a:r>
            <a:r>
              <a:rPr lang="it-IT" sz="1600" dirty="0" smtClean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tipo_scuola#&gt;</a:t>
            </a:r>
            <a:endParaRPr lang="it-IT" sz="16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" name="Google Shape;1673;p42"/>
          <p:cNvSpPr txBox="1">
            <a:spLocks/>
          </p:cNvSpPr>
          <p:nvPr/>
        </p:nvSpPr>
        <p:spPr>
          <a:xfrm>
            <a:off x="2661960" y="4305457"/>
            <a:ext cx="1285006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it-IT" sz="1600" dirty="0" smtClean="0">
                <a:solidFill>
                  <a:schemeClr val="dk1"/>
                </a:solidFill>
                <a:latin typeface="Poppins"/>
                <a:ea typeface="Poppins"/>
                <a:cs typeface="Poppins"/>
              </a:rPr>
              <a:t>Disciplina:</a:t>
            </a:r>
            <a:endParaRPr kumimoji="0" lang="it-IT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1431;p35"/>
          <p:cNvSpPr txBox="1">
            <a:spLocks/>
          </p:cNvSpPr>
          <p:nvPr/>
        </p:nvSpPr>
        <p:spPr>
          <a:xfrm>
            <a:off x="3713969" y="4270732"/>
            <a:ext cx="5048066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  <a:buClr>
                <a:schemeClr val="dk1"/>
              </a:buClr>
              <a:buSzPts val="1400"/>
            </a:pPr>
            <a:r>
              <a:rPr kumimoji="0" lang="it-IT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&lt;</a:t>
            </a:r>
            <a:r>
              <a:rPr kumimoji="0" lang="it-IT" sz="16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#disciplina</a:t>
            </a:r>
            <a:r>
              <a:rPr lang="it-IT" sz="1600" dirty="0" smtClean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#&gt;</a:t>
            </a:r>
            <a:endParaRPr lang="it-IT" sz="16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" name="Google Shape;1431;p35"/>
          <p:cNvSpPr txBox="1">
            <a:spLocks/>
          </p:cNvSpPr>
          <p:nvPr/>
        </p:nvSpPr>
        <p:spPr>
          <a:xfrm>
            <a:off x="1372726" y="650125"/>
            <a:ext cx="600213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lnSpc>
                <a:spcPct val="115000"/>
              </a:lnSpc>
              <a:buClr>
                <a:schemeClr val="dk1"/>
              </a:buClr>
              <a:buSzPts val="1400"/>
            </a:pPr>
            <a:r>
              <a:rPr kumimoji="0" lang="it-IT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&lt;#</a:t>
            </a:r>
            <a:r>
              <a:rPr lang="it-IT" sz="1600" dirty="0" err="1" smtClean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indirizzo#</a:t>
            </a:r>
            <a:r>
              <a:rPr lang="it-IT" sz="1600" dirty="0" smtClean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&gt;</a:t>
            </a:r>
            <a:endParaRPr lang="it-IT" sz="16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" name="Google Shape;1431;p35"/>
          <p:cNvSpPr txBox="1">
            <a:spLocks/>
          </p:cNvSpPr>
          <p:nvPr/>
        </p:nvSpPr>
        <p:spPr>
          <a:xfrm>
            <a:off x="1386226" y="957475"/>
            <a:ext cx="600213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lnSpc>
                <a:spcPct val="115000"/>
              </a:lnSpc>
              <a:buClr>
                <a:schemeClr val="dk1"/>
              </a:buClr>
              <a:buSzPts val="1400"/>
            </a:pPr>
            <a:r>
              <a:rPr kumimoji="0" lang="it-IT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&lt;#</a:t>
            </a:r>
            <a:r>
              <a:rPr lang="it-IT" sz="1600" smtClean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articolazione#</a:t>
            </a:r>
            <a:r>
              <a:rPr lang="it-IT" sz="1600" dirty="0" smtClean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&gt;</a:t>
            </a:r>
            <a:endParaRPr lang="it-IT" sz="16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>
            <a:alpha val="36000"/>
          </a:schemeClr>
        </a:solidFill>
        <a:effectLst/>
      </p:bgPr>
    </p:bg>
    <p:spTree>
      <p:nvGrpSpPr>
        <p:cNvPr id="1" name="Shape 1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7" name="Google Shape;1467;p3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rPr>
              <a:t>Agenda</a:t>
            </a:r>
            <a:endParaRPr sz="3200" dirty="0">
              <a:solidFill>
                <a:schemeClr val="dk2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468" name="Google Shape;1468;p37"/>
          <p:cNvSpPr txBox="1">
            <a:spLocks noGrp="1"/>
          </p:cNvSpPr>
          <p:nvPr>
            <p:ph type="subTitle" idx="9"/>
          </p:nvPr>
        </p:nvSpPr>
        <p:spPr>
          <a:xfrm>
            <a:off x="720000" y="1918675"/>
            <a:ext cx="32337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Fase</a:t>
            </a:r>
            <a:r>
              <a:rPr lang="en" dirty="0"/>
              <a:t> </a:t>
            </a:r>
            <a:r>
              <a:rPr lang="en" dirty="0" err="1"/>
              <a:t>introduttiva</a:t>
            </a:r>
            <a:endParaRPr dirty="0"/>
          </a:p>
        </p:txBody>
      </p:sp>
      <p:sp>
        <p:nvSpPr>
          <p:cNvPr id="1473" name="Google Shape;1473;p37"/>
          <p:cNvSpPr txBox="1">
            <a:spLocks noGrp="1"/>
          </p:cNvSpPr>
          <p:nvPr>
            <p:ph type="title" idx="5"/>
          </p:nvPr>
        </p:nvSpPr>
        <p:spPr>
          <a:xfrm>
            <a:off x="720003" y="1344775"/>
            <a:ext cx="1057500" cy="64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/>
          </a:p>
        </p:txBody>
      </p:sp>
      <p:sp>
        <p:nvSpPr>
          <p:cNvPr id="1474" name="Google Shape;1474;p37"/>
          <p:cNvSpPr txBox="1">
            <a:spLocks noGrp="1"/>
          </p:cNvSpPr>
          <p:nvPr>
            <p:ph type="title" idx="6"/>
          </p:nvPr>
        </p:nvSpPr>
        <p:spPr>
          <a:xfrm>
            <a:off x="720003" y="3666609"/>
            <a:ext cx="1057500" cy="64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475" name="Google Shape;1475;p37"/>
          <p:cNvSpPr txBox="1">
            <a:spLocks noGrp="1"/>
          </p:cNvSpPr>
          <p:nvPr>
            <p:ph type="title" idx="7"/>
          </p:nvPr>
        </p:nvSpPr>
        <p:spPr>
          <a:xfrm>
            <a:off x="720000" y="2456607"/>
            <a:ext cx="1057500" cy="64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477" name="Google Shape;1477;p37"/>
          <p:cNvSpPr txBox="1">
            <a:spLocks noGrp="1"/>
          </p:cNvSpPr>
          <p:nvPr>
            <p:ph type="subTitle" idx="13"/>
          </p:nvPr>
        </p:nvSpPr>
        <p:spPr>
          <a:xfrm>
            <a:off x="720000" y="3030507"/>
            <a:ext cx="32337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Fase</a:t>
            </a:r>
            <a:r>
              <a:rPr lang="en" dirty="0"/>
              <a:t> </a:t>
            </a:r>
            <a:r>
              <a:rPr lang="en" dirty="0" err="1"/>
              <a:t>esecutiva</a:t>
            </a:r>
            <a:endParaRPr dirty="0"/>
          </a:p>
        </p:txBody>
      </p:sp>
      <p:sp>
        <p:nvSpPr>
          <p:cNvPr id="1478" name="Google Shape;1478;p37"/>
          <p:cNvSpPr txBox="1">
            <a:spLocks noGrp="1"/>
          </p:cNvSpPr>
          <p:nvPr>
            <p:ph type="subTitle" idx="14"/>
          </p:nvPr>
        </p:nvSpPr>
        <p:spPr>
          <a:xfrm>
            <a:off x="720000" y="4240439"/>
            <a:ext cx="32337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Fase</a:t>
            </a:r>
            <a:r>
              <a:rPr lang="en" dirty="0"/>
              <a:t> </a:t>
            </a:r>
            <a:r>
              <a:rPr lang="en" dirty="0" err="1"/>
              <a:t>conclusiva</a:t>
            </a:r>
            <a:endParaRPr dirty="0"/>
          </a:p>
        </p:txBody>
      </p:sp>
      <p:sp>
        <p:nvSpPr>
          <p:cNvPr id="31" name="CasellaDiTesto 30">
            <a:extLst>
              <a:ext uri="{FF2B5EF4-FFF2-40B4-BE49-F238E27FC236}">
                <a16:creationId xmlns="" xmlns:a16="http://schemas.microsoft.com/office/drawing/2014/main" id="{8083549E-2999-A64C-9F24-D7CD55EC4C21}"/>
              </a:ext>
            </a:extLst>
          </p:cNvPr>
          <p:cNvSpPr txBox="1"/>
          <p:nvPr/>
        </p:nvSpPr>
        <p:spPr>
          <a:xfrm>
            <a:off x="4267200" y="4647552"/>
            <a:ext cx="43866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&lt;#docente#&gt;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Google Shape;1484;p38"/>
          <p:cNvSpPr txBox="1">
            <a:spLocks noGrp="1"/>
          </p:cNvSpPr>
          <p:nvPr>
            <p:ph type="title" idx="2"/>
          </p:nvPr>
        </p:nvSpPr>
        <p:spPr>
          <a:xfrm>
            <a:off x="720000" y="1025725"/>
            <a:ext cx="1702500" cy="9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br>
              <a:rPr lang="en" dirty="0"/>
            </a:br>
            <a:endParaRPr lang="en" dirty="0"/>
          </a:p>
        </p:txBody>
      </p:sp>
      <p:grpSp>
        <p:nvGrpSpPr>
          <p:cNvPr id="1486" name="Google Shape;1486;p38"/>
          <p:cNvGrpSpPr/>
          <p:nvPr/>
        </p:nvGrpSpPr>
        <p:grpSpPr>
          <a:xfrm>
            <a:off x="-377424" y="3367502"/>
            <a:ext cx="3922590" cy="2969900"/>
            <a:chOff x="-374387" y="3354325"/>
            <a:chExt cx="3922590" cy="2969900"/>
          </a:xfrm>
        </p:grpSpPr>
        <p:pic>
          <p:nvPicPr>
            <p:cNvPr id="1487" name="Google Shape;1487;p38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-374387" y="3354325"/>
              <a:ext cx="3891276" cy="29699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88" name="Google Shape;1488;p38"/>
            <p:cNvGrpSpPr/>
            <p:nvPr/>
          </p:nvGrpSpPr>
          <p:grpSpPr>
            <a:xfrm>
              <a:off x="1853583" y="4445557"/>
              <a:ext cx="1694620" cy="1360169"/>
              <a:chOff x="7945225" y="4302000"/>
              <a:chExt cx="904666" cy="726121"/>
            </a:xfrm>
          </p:grpSpPr>
          <p:sp>
            <p:nvSpPr>
              <p:cNvPr id="1489" name="Google Shape;1489;p38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38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Google Shape;1491;p38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92" name="Google Shape;1492;p38"/>
          <p:cNvSpPr txBox="1">
            <a:spLocks noGrp="1"/>
          </p:cNvSpPr>
          <p:nvPr>
            <p:ph type="title"/>
          </p:nvPr>
        </p:nvSpPr>
        <p:spPr>
          <a:xfrm>
            <a:off x="720000" y="2079325"/>
            <a:ext cx="7285482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&lt;#</a:t>
            </a:r>
            <a:r>
              <a:rPr lang="it-IT" sz="4000" dirty="0" err="1"/>
              <a:t>titolo_lezione</a:t>
            </a:r>
            <a:r>
              <a:rPr lang="it-IT" dirty="0"/>
              <a:t>#&gt;</a:t>
            </a:r>
          </a:p>
        </p:txBody>
      </p:sp>
      <p:grpSp>
        <p:nvGrpSpPr>
          <p:cNvPr id="1493" name="Google Shape;1493;p38"/>
          <p:cNvGrpSpPr/>
          <p:nvPr/>
        </p:nvGrpSpPr>
        <p:grpSpPr>
          <a:xfrm>
            <a:off x="6487513" y="-1301175"/>
            <a:ext cx="4268216" cy="6666030"/>
            <a:chOff x="6128138" y="-1301175"/>
            <a:chExt cx="4268216" cy="6666030"/>
          </a:xfrm>
        </p:grpSpPr>
        <p:sp>
          <p:nvSpPr>
            <p:cNvPr id="1494" name="Google Shape;1494;p38"/>
            <p:cNvSpPr/>
            <p:nvPr/>
          </p:nvSpPr>
          <p:spPr>
            <a:xfrm>
              <a:off x="6368175" y="103161"/>
              <a:ext cx="4006263" cy="4749291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38"/>
            <p:cNvSpPr/>
            <p:nvPr/>
          </p:nvSpPr>
          <p:spPr>
            <a:xfrm>
              <a:off x="6711143" y="81300"/>
              <a:ext cx="2925190" cy="3057668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38"/>
            <p:cNvSpPr/>
            <p:nvPr/>
          </p:nvSpPr>
          <p:spPr>
            <a:xfrm>
              <a:off x="7243039" y="245650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38"/>
            <p:cNvSpPr/>
            <p:nvPr/>
          </p:nvSpPr>
          <p:spPr>
            <a:xfrm>
              <a:off x="6875804" y="622450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38"/>
            <p:cNvSpPr/>
            <p:nvPr/>
          </p:nvSpPr>
          <p:spPr>
            <a:xfrm>
              <a:off x="6573850" y="621225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499" name="Google Shape;1499;p38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6128138" y="-1301175"/>
              <a:ext cx="4198516" cy="32044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500" name="Google Shape;1500;p38"/>
            <p:cNvGrpSpPr/>
            <p:nvPr/>
          </p:nvGrpSpPr>
          <p:grpSpPr>
            <a:xfrm rot="5400000">
              <a:off x="7873341" y="4254316"/>
              <a:ext cx="708100" cy="708500"/>
              <a:chOff x="3678700" y="407275"/>
              <a:chExt cx="708100" cy="708500"/>
            </a:xfrm>
          </p:grpSpPr>
          <p:sp>
            <p:nvSpPr>
              <p:cNvPr id="1501" name="Google Shape;1501;p38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38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38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38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38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38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38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8" name="Google Shape;1508;p38"/>
            <p:cNvGrpSpPr/>
            <p:nvPr/>
          </p:nvGrpSpPr>
          <p:grpSpPr>
            <a:xfrm rot="5400000">
              <a:off x="8639847" y="3354200"/>
              <a:ext cx="457787" cy="458045"/>
              <a:chOff x="3678700" y="407275"/>
              <a:chExt cx="708100" cy="708500"/>
            </a:xfrm>
          </p:grpSpPr>
          <p:sp>
            <p:nvSpPr>
              <p:cNvPr id="1509" name="Google Shape;1509;p38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38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38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Google Shape;1512;p38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Google Shape;1513;p38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Google Shape;1514;p38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Google Shape;1515;p38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16" name="Google Shape;1516;p38"/>
            <p:cNvGrpSpPr/>
            <p:nvPr/>
          </p:nvGrpSpPr>
          <p:grpSpPr>
            <a:xfrm>
              <a:off x="7787267" y="539497"/>
              <a:ext cx="208184" cy="208184"/>
              <a:chOff x="8356813" y="1074288"/>
              <a:chExt cx="351900" cy="351900"/>
            </a:xfrm>
          </p:grpSpPr>
          <p:sp>
            <p:nvSpPr>
              <p:cNvPr id="1517" name="Google Shape;1517;p3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Google Shape;1518;p3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19" name="Google Shape;1519;p38"/>
            <p:cNvGrpSpPr/>
            <p:nvPr/>
          </p:nvGrpSpPr>
          <p:grpSpPr>
            <a:xfrm>
              <a:off x="7194842" y="2467660"/>
              <a:ext cx="208184" cy="208184"/>
              <a:chOff x="8356813" y="1074288"/>
              <a:chExt cx="351900" cy="351900"/>
            </a:xfrm>
          </p:grpSpPr>
          <p:sp>
            <p:nvSpPr>
              <p:cNvPr id="1520" name="Google Shape;1520;p3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3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22" name="Google Shape;1522;p38"/>
            <p:cNvSpPr/>
            <p:nvPr/>
          </p:nvSpPr>
          <p:spPr>
            <a:xfrm>
              <a:off x="7095150" y="4164050"/>
              <a:ext cx="147900" cy="14790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23" name="Google Shape;1523;p38"/>
          <p:cNvGrpSpPr/>
          <p:nvPr/>
        </p:nvGrpSpPr>
        <p:grpSpPr>
          <a:xfrm>
            <a:off x="796100" y="3019701"/>
            <a:ext cx="4558967" cy="134100"/>
            <a:chOff x="796100" y="3019701"/>
            <a:chExt cx="4558967" cy="134100"/>
          </a:xfrm>
        </p:grpSpPr>
        <p:sp>
          <p:nvSpPr>
            <p:cNvPr id="1524" name="Google Shape;1524;p38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25" name="Google Shape;1525;p38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26" name="Google Shape;1526;p38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" name="CasellaDiTesto 45">
            <a:extLst>
              <a:ext uri="{FF2B5EF4-FFF2-40B4-BE49-F238E27FC236}">
                <a16:creationId xmlns="" xmlns:a16="http://schemas.microsoft.com/office/drawing/2014/main" id="{B4BE4160-CD52-FE40-864F-FD9DC8AC5FFF}"/>
              </a:ext>
            </a:extLst>
          </p:cNvPr>
          <p:cNvSpPr txBox="1"/>
          <p:nvPr/>
        </p:nvSpPr>
        <p:spPr>
          <a:xfrm>
            <a:off x="2799612" y="4657141"/>
            <a:ext cx="45677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&lt;#docente#&gt;</a:t>
            </a:r>
          </a:p>
        </p:txBody>
      </p:sp>
      <p:sp>
        <p:nvSpPr>
          <p:cNvPr id="1485" name="Google Shape;1485;p38"/>
          <p:cNvSpPr txBox="1">
            <a:spLocks noGrp="1"/>
          </p:cNvSpPr>
          <p:nvPr>
            <p:ph type="subTitle" idx="1"/>
          </p:nvPr>
        </p:nvSpPr>
        <p:spPr>
          <a:xfrm>
            <a:off x="720000" y="3252375"/>
            <a:ext cx="7200150" cy="45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 err="1"/>
              <a:t>Fase</a:t>
            </a:r>
            <a:r>
              <a:rPr lang="en" sz="1800" dirty="0"/>
              <a:t> </a:t>
            </a:r>
            <a:r>
              <a:rPr lang="en" sz="1800" dirty="0" err="1"/>
              <a:t>introduttiva</a:t>
            </a:r>
            <a:endParaRPr sz="1800" dirty="0"/>
          </a:p>
        </p:txBody>
      </p:sp>
      <p:sp>
        <p:nvSpPr>
          <p:cNvPr id="48" name="CasellaDiTesto 47">
            <a:extLst>
              <a:ext uri="{FF2B5EF4-FFF2-40B4-BE49-F238E27FC236}">
                <a16:creationId xmlns="" xmlns:a16="http://schemas.microsoft.com/office/drawing/2014/main" id="{DFF3146E-13F1-CB47-96D0-907EFF918D9B}"/>
              </a:ext>
            </a:extLst>
          </p:cNvPr>
          <p:cNvSpPr txBox="1"/>
          <p:nvPr/>
        </p:nvSpPr>
        <p:spPr>
          <a:xfrm>
            <a:off x="5409313" y="3759313"/>
            <a:ext cx="18698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it-IT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5" name="Google Shape;1635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Destinatari</a:t>
            </a:r>
            <a:endParaRPr dirty="0"/>
          </a:p>
        </p:txBody>
      </p:sp>
      <p:sp>
        <p:nvSpPr>
          <p:cNvPr id="1637" name="Google Shape;1637;p41"/>
          <p:cNvSpPr txBox="1">
            <a:spLocks noGrp="1"/>
          </p:cNvSpPr>
          <p:nvPr>
            <p:ph type="subTitle" idx="2"/>
          </p:nvPr>
        </p:nvSpPr>
        <p:spPr>
          <a:xfrm>
            <a:off x="556229" y="2249638"/>
            <a:ext cx="2485395" cy="4747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&lt;#</a:t>
            </a:r>
            <a:r>
              <a:rPr lang="en" dirty="0" err="1"/>
              <a:t>tipo_scuola</a:t>
            </a:r>
            <a:r>
              <a:rPr lang="en" dirty="0"/>
              <a:t>#&gt;</a:t>
            </a:r>
            <a:endParaRPr lang="it-IT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30" name="Google Shape;14207;p84">
            <a:extLst>
              <a:ext uri="{FF2B5EF4-FFF2-40B4-BE49-F238E27FC236}">
                <a16:creationId xmlns="" xmlns:a16="http://schemas.microsoft.com/office/drawing/2014/main" id="{2D3B81BB-B0A8-B045-A3B9-61A273D1BDF6}"/>
              </a:ext>
            </a:extLst>
          </p:cNvPr>
          <p:cNvGrpSpPr/>
          <p:nvPr/>
        </p:nvGrpSpPr>
        <p:grpSpPr>
          <a:xfrm>
            <a:off x="989940" y="1191590"/>
            <a:ext cx="913730" cy="657085"/>
            <a:chOff x="1306445" y="3397829"/>
            <a:chExt cx="367255" cy="269855"/>
          </a:xfrm>
          <a:solidFill>
            <a:schemeClr val="tx2"/>
          </a:solidFill>
        </p:grpSpPr>
        <p:sp>
          <p:nvSpPr>
            <p:cNvPr id="31" name="Google Shape;14208;p84">
              <a:extLst>
                <a:ext uri="{FF2B5EF4-FFF2-40B4-BE49-F238E27FC236}">
                  <a16:creationId xmlns="" xmlns:a16="http://schemas.microsoft.com/office/drawing/2014/main" id="{D6E34BCF-9AD6-0A4F-B815-65EDA1F6875D}"/>
                </a:ext>
              </a:extLst>
            </p:cNvPr>
            <p:cNvSpPr/>
            <p:nvPr/>
          </p:nvSpPr>
          <p:spPr>
            <a:xfrm>
              <a:off x="1588395" y="3513054"/>
              <a:ext cx="45517" cy="16297"/>
            </a:xfrm>
            <a:custGeom>
              <a:avLst/>
              <a:gdLst/>
              <a:ahLst/>
              <a:cxnLst/>
              <a:rect l="l" t="t" r="r" b="b"/>
              <a:pathLst>
                <a:path w="1430" h="512" extrusionOk="0">
                  <a:moveTo>
                    <a:pt x="168" y="0"/>
                  </a:moveTo>
                  <a:cubicBezTo>
                    <a:pt x="72" y="0"/>
                    <a:pt x="1" y="71"/>
                    <a:pt x="1" y="167"/>
                  </a:cubicBezTo>
                  <a:cubicBezTo>
                    <a:pt x="1" y="250"/>
                    <a:pt x="72" y="333"/>
                    <a:pt x="168" y="333"/>
                  </a:cubicBezTo>
                  <a:cubicBezTo>
                    <a:pt x="358" y="333"/>
                    <a:pt x="906" y="357"/>
                    <a:pt x="1180" y="488"/>
                  </a:cubicBezTo>
                  <a:cubicBezTo>
                    <a:pt x="1204" y="512"/>
                    <a:pt x="1227" y="512"/>
                    <a:pt x="1251" y="512"/>
                  </a:cubicBezTo>
                  <a:cubicBezTo>
                    <a:pt x="1311" y="512"/>
                    <a:pt x="1370" y="476"/>
                    <a:pt x="1406" y="417"/>
                  </a:cubicBezTo>
                  <a:cubicBezTo>
                    <a:pt x="1430" y="333"/>
                    <a:pt x="1406" y="226"/>
                    <a:pt x="1323" y="191"/>
                  </a:cubicBezTo>
                  <a:cubicBezTo>
                    <a:pt x="942" y="0"/>
                    <a:pt x="191" y="0"/>
                    <a:pt x="1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32" name="Google Shape;14209;p84">
              <a:extLst>
                <a:ext uri="{FF2B5EF4-FFF2-40B4-BE49-F238E27FC236}">
                  <a16:creationId xmlns="" xmlns:a16="http://schemas.microsoft.com/office/drawing/2014/main" id="{979A256E-7AFB-F943-9F42-B88B0E169250}"/>
                </a:ext>
              </a:extLst>
            </p:cNvPr>
            <p:cNvSpPr/>
            <p:nvPr/>
          </p:nvSpPr>
          <p:spPr>
            <a:xfrm>
              <a:off x="1306445" y="3397829"/>
              <a:ext cx="367255" cy="269091"/>
            </a:xfrm>
            <a:custGeom>
              <a:avLst/>
              <a:gdLst/>
              <a:ahLst/>
              <a:cxnLst/>
              <a:rect l="l" t="t" r="r" b="b"/>
              <a:pathLst>
                <a:path w="11538" h="8454" extrusionOk="0">
                  <a:moveTo>
                    <a:pt x="7573" y="334"/>
                  </a:moveTo>
                  <a:lnTo>
                    <a:pt x="7573" y="1965"/>
                  </a:lnTo>
                  <a:cubicBezTo>
                    <a:pt x="7573" y="2227"/>
                    <a:pt x="7525" y="2465"/>
                    <a:pt x="7418" y="2679"/>
                  </a:cubicBezTo>
                  <a:cubicBezTo>
                    <a:pt x="7395" y="2715"/>
                    <a:pt x="7395" y="2727"/>
                    <a:pt x="7395" y="2763"/>
                  </a:cubicBezTo>
                  <a:lnTo>
                    <a:pt x="7395" y="3239"/>
                  </a:lnTo>
                  <a:cubicBezTo>
                    <a:pt x="7395" y="3691"/>
                    <a:pt x="7216" y="4108"/>
                    <a:pt x="6883" y="4442"/>
                  </a:cubicBezTo>
                  <a:cubicBezTo>
                    <a:pt x="6835" y="4489"/>
                    <a:pt x="6787" y="4513"/>
                    <a:pt x="6740" y="4549"/>
                  </a:cubicBezTo>
                  <a:cubicBezTo>
                    <a:pt x="6466" y="4759"/>
                    <a:pt x="6137" y="4876"/>
                    <a:pt x="5785" y="4876"/>
                  </a:cubicBezTo>
                  <a:cubicBezTo>
                    <a:pt x="5739" y="4876"/>
                    <a:pt x="5692" y="4874"/>
                    <a:pt x="5644" y="4870"/>
                  </a:cubicBezTo>
                  <a:cubicBezTo>
                    <a:pt x="4787" y="4823"/>
                    <a:pt x="4108" y="4072"/>
                    <a:pt x="4108" y="3180"/>
                  </a:cubicBezTo>
                  <a:lnTo>
                    <a:pt x="4108" y="2763"/>
                  </a:lnTo>
                  <a:cubicBezTo>
                    <a:pt x="4108" y="2727"/>
                    <a:pt x="4108" y="2715"/>
                    <a:pt x="4096" y="2679"/>
                  </a:cubicBezTo>
                  <a:cubicBezTo>
                    <a:pt x="3989" y="2465"/>
                    <a:pt x="3930" y="2227"/>
                    <a:pt x="3930" y="1965"/>
                  </a:cubicBezTo>
                  <a:lnTo>
                    <a:pt x="3930" y="1608"/>
                  </a:lnTo>
                  <a:cubicBezTo>
                    <a:pt x="3930" y="917"/>
                    <a:pt x="4513" y="334"/>
                    <a:pt x="5216" y="334"/>
                  </a:cubicBezTo>
                  <a:close/>
                  <a:moveTo>
                    <a:pt x="1763" y="3025"/>
                  </a:moveTo>
                  <a:cubicBezTo>
                    <a:pt x="2049" y="3025"/>
                    <a:pt x="2311" y="3144"/>
                    <a:pt x="2525" y="3358"/>
                  </a:cubicBezTo>
                  <a:cubicBezTo>
                    <a:pt x="2715" y="3561"/>
                    <a:pt x="2846" y="3846"/>
                    <a:pt x="2858" y="4144"/>
                  </a:cubicBezTo>
                  <a:cubicBezTo>
                    <a:pt x="2858" y="4227"/>
                    <a:pt x="2882" y="4346"/>
                    <a:pt x="2882" y="4465"/>
                  </a:cubicBezTo>
                  <a:lnTo>
                    <a:pt x="2882" y="4501"/>
                  </a:lnTo>
                  <a:cubicBezTo>
                    <a:pt x="2703" y="4215"/>
                    <a:pt x="2406" y="4013"/>
                    <a:pt x="2049" y="3894"/>
                  </a:cubicBezTo>
                  <a:cubicBezTo>
                    <a:pt x="1703" y="3787"/>
                    <a:pt x="1406" y="3787"/>
                    <a:pt x="1406" y="3787"/>
                  </a:cubicBezTo>
                  <a:cubicBezTo>
                    <a:pt x="1358" y="3787"/>
                    <a:pt x="1310" y="3799"/>
                    <a:pt x="1287" y="3834"/>
                  </a:cubicBezTo>
                  <a:lnTo>
                    <a:pt x="977" y="4144"/>
                  </a:lnTo>
                  <a:cubicBezTo>
                    <a:pt x="918" y="4215"/>
                    <a:pt x="918" y="4323"/>
                    <a:pt x="977" y="4382"/>
                  </a:cubicBezTo>
                  <a:cubicBezTo>
                    <a:pt x="1013" y="4412"/>
                    <a:pt x="1057" y="4427"/>
                    <a:pt x="1101" y="4427"/>
                  </a:cubicBezTo>
                  <a:cubicBezTo>
                    <a:pt x="1144" y="4427"/>
                    <a:pt x="1185" y="4412"/>
                    <a:pt x="1215" y="4382"/>
                  </a:cubicBezTo>
                  <a:lnTo>
                    <a:pt x="1465" y="4108"/>
                  </a:lnTo>
                  <a:cubicBezTo>
                    <a:pt x="1691" y="4132"/>
                    <a:pt x="2382" y="4203"/>
                    <a:pt x="2668" y="4811"/>
                  </a:cubicBezTo>
                  <a:cubicBezTo>
                    <a:pt x="2596" y="5275"/>
                    <a:pt x="2215" y="5596"/>
                    <a:pt x="1763" y="5596"/>
                  </a:cubicBezTo>
                  <a:cubicBezTo>
                    <a:pt x="1251" y="5596"/>
                    <a:pt x="834" y="5180"/>
                    <a:pt x="834" y="4680"/>
                  </a:cubicBezTo>
                  <a:cubicBezTo>
                    <a:pt x="834" y="4584"/>
                    <a:pt x="763" y="4513"/>
                    <a:pt x="679" y="4513"/>
                  </a:cubicBezTo>
                  <a:lnTo>
                    <a:pt x="644" y="4513"/>
                  </a:lnTo>
                  <a:lnTo>
                    <a:pt x="644" y="4465"/>
                  </a:lnTo>
                  <a:cubicBezTo>
                    <a:pt x="644" y="4346"/>
                    <a:pt x="644" y="4251"/>
                    <a:pt x="656" y="4144"/>
                  </a:cubicBezTo>
                  <a:cubicBezTo>
                    <a:pt x="679" y="3846"/>
                    <a:pt x="810" y="3561"/>
                    <a:pt x="1001" y="3358"/>
                  </a:cubicBezTo>
                  <a:cubicBezTo>
                    <a:pt x="1215" y="3144"/>
                    <a:pt x="1477" y="3025"/>
                    <a:pt x="1763" y="3025"/>
                  </a:cubicBezTo>
                  <a:close/>
                  <a:moveTo>
                    <a:pt x="10657" y="3025"/>
                  </a:moveTo>
                  <a:lnTo>
                    <a:pt x="10657" y="3727"/>
                  </a:lnTo>
                  <a:cubicBezTo>
                    <a:pt x="10657" y="3846"/>
                    <a:pt x="10633" y="3953"/>
                    <a:pt x="10585" y="4049"/>
                  </a:cubicBezTo>
                  <a:lnTo>
                    <a:pt x="10502" y="4251"/>
                  </a:lnTo>
                  <a:cubicBezTo>
                    <a:pt x="10478" y="4275"/>
                    <a:pt x="10478" y="4287"/>
                    <a:pt x="10478" y="4323"/>
                  </a:cubicBezTo>
                  <a:lnTo>
                    <a:pt x="10478" y="4680"/>
                  </a:lnTo>
                  <a:cubicBezTo>
                    <a:pt x="10478" y="4930"/>
                    <a:pt x="10383" y="5168"/>
                    <a:pt x="10204" y="5346"/>
                  </a:cubicBezTo>
                  <a:cubicBezTo>
                    <a:pt x="10044" y="5507"/>
                    <a:pt x="9835" y="5600"/>
                    <a:pt x="9605" y="5600"/>
                  </a:cubicBezTo>
                  <a:cubicBezTo>
                    <a:pt x="9579" y="5600"/>
                    <a:pt x="9552" y="5599"/>
                    <a:pt x="9526" y="5596"/>
                  </a:cubicBezTo>
                  <a:cubicBezTo>
                    <a:pt x="9038" y="5585"/>
                    <a:pt x="8633" y="5156"/>
                    <a:pt x="8633" y="4632"/>
                  </a:cubicBezTo>
                  <a:lnTo>
                    <a:pt x="8633" y="4323"/>
                  </a:lnTo>
                  <a:cubicBezTo>
                    <a:pt x="8633" y="4287"/>
                    <a:pt x="8633" y="4263"/>
                    <a:pt x="8621" y="4251"/>
                  </a:cubicBezTo>
                  <a:lnTo>
                    <a:pt x="8514" y="4037"/>
                  </a:lnTo>
                  <a:cubicBezTo>
                    <a:pt x="8466" y="3965"/>
                    <a:pt x="8454" y="3870"/>
                    <a:pt x="8454" y="3787"/>
                  </a:cubicBezTo>
                  <a:lnTo>
                    <a:pt x="8454" y="3775"/>
                  </a:lnTo>
                  <a:cubicBezTo>
                    <a:pt x="8454" y="3370"/>
                    <a:pt x="8788" y="3025"/>
                    <a:pt x="9204" y="3025"/>
                  </a:cubicBezTo>
                  <a:close/>
                  <a:moveTo>
                    <a:pt x="584" y="5180"/>
                  </a:moveTo>
                  <a:cubicBezTo>
                    <a:pt x="679" y="5406"/>
                    <a:pt x="834" y="5596"/>
                    <a:pt x="1037" y="5739"/>
                  </a:cubicBezTo>
                  <a:lnTo>
                    <a:pt x="1037" y="5925"/>
                  </a:lnTo>
                  <a:lnTo>
                    <a:pt x="1037" y="5925"/>
                  </a:lnTo>
                  <a:cubicBezTo>
                    <a:pt x="723" y="5807"/>
                    <a:pt x="571" y="5655"/>
                    <a:pt x="501" y="5585"/>
                  </a:cubicBezTo>
                  <a:cubicBezTo>
                    <a:pt x="537" y="5466"/>
                    <a:pt x="572" y="5335"/>
                    <a:pt x="584" y="5180"/>
                  </a:cubicBezTo>
                  <a:close/>
                  <a:moveTo>
                    <a:pt x="2918" y="5168"/>
                  </a:moveTo>
                  <a:cubicBezTo>
                    <a:pt x="2942" y="5323"/>
                    <a:pt x="2965" y="5454"/>
                    <a:pt x="3013" y="5573"/>
                  </a:cubicBezTo>
                  <a:cubicBezTo>
                    <a:pt x="2953" y="5656"/>
                    <a:pt x="2787" y="5811"/>
                    <a:pt x="2477" y="5930"/>
                  </a:cubicBezTo>
                  <a:lnTo>
                    <a:pt x="2477" y="5716"/>
                  </a:lnTo>
                  <a:cubicBezTo>
                    <a:pt x="2668" y="5585"/>
                    <a:pt x="2834" y="5394"/>
                    <a:pt x="2918" y="5168"/>
                  </a:cubicBezTo>
                  <a:close/>
                  <a:moveTo>
                    <a:pt x="6668" y="4989"/>
                  </a:moveTo>
                  <a:lnTo>
                    <a:pt x="6668" y="5299"/>
                  </a:lnTo>
                  <a:lnTo>
                    <a:pt x="5751" y="5930"/>
                  </a:lnTo>
                  <a:lnTo>
                    <a:pt x="4823" y="5299"/>
                  </a:lnTo>
                  <a:lnTo>
                    <a:pt x="4823" y="4989"/>
                  </a:lnTo>
                  <a:cubicBezTo>
                    <a:pt x="5061" y="5120"/>
                    <a:pt x="5335" y="5204"/>
                    <a:pt x="5620" y="5215"/>
                  </a:cubicBezTo>
                  <a:lnTo>
                    <a:pt x="5751" y="5215"/>
                  </a:lnTo>
                  <a:cubicBezTo>
                    <a:pt x="6073" y="5215"/>
                    <a:pt x="6394" y="5144"/>
                    <a:pt x="6668" y="4989"/>
                  </a:cubicBezTo>
                  <a:close/>
                  <a:moveTo>
                    <a:pt x="9942" y="5882"/>
                  </a:moveTo>
                  <a:lnTo>
                    <a:pt x="9942" y="5954"/>
                  </a:lnTo>
                  <a:cubicBezTo>
                    <a:pt x="9942" y="5989"/>
                    <a:pt x="9942" y="6025"/>
                    <a:pt x="9966" y="6061"/>
                  </a:cubicBezTo>
                  <a:lnTo>
                    <a:pt x="9561" y="6454"/>
                  </a:lnTo>
                  <a:lnTo>
                    <a:pt x="9169" y="6061"/>
                  </a:lnTo>
                  <a:cubicBezTo>
                    <a:pt x="9169" y="6025"/>
                    <a:pt x="9192" y="6001"/>
                    <a:pt x="9192" y="5954"/>
                  </a:cubicBezTo>
                  <a:lnTo>
                    <a:pt x="9192" y="5882"/>
                  </a:lnTo>
                  <a:cubicBezTo>
                    <a:pt x="9288" y="5918"/>
                    <a:pt x="9407" y="5942"/>
                    <a:pt x="9526" y="5942"/>
                  </a:cubicBezTo>
                  <a:lnTo>
                    <a:pt x="9573" y="5942"/>
                  </a:lnTo>
                  <a:cubicBezTo>
                    <a:pt x="9704" y="5942"/>
                    <a:pt x="9823" y="5930"/>
                    <a:pt x="9942" y="5882"/>
                  </a:cubicBezTo>
                  <a:close/>
                  <a:moveTo>
                    <a:pt x="2120" y="5882"/>
                  </a:moveTo>
                  <a:lnTo>
                    <a:pt x="2120" y="6061"/>
                  </a:lnTo>
                  <a:cubicBezTo>
                    <a:pt x="2120" y="6120"/>
                    <a:pt x="2132" y="6180"/>
                    <a:pt x="2168" y="6228"/>
                  </a:cubicBezTo>
                  <a:lnTo>
                    <a:pt x="2013" y="6394"/>
                  </a:lnTo>
                  <a:cubicBezTo>
                    <a:pt x="1941" y="6460"/>
                    <a:pt x="1849" y="6492"/>
                    <a:pt x="1755" y="6492"/>
                  </a:cubicBezTo>
                  <a:cubicBezTo>
                    <a:pt x="1662" y="6492"/>
                    <a:pt x="1566" y="6460"/>
                    <a:pt x="1489" y="6394"/>
                  </a:cubicBezTo>
                  <a:lnTo>
                    <a:pt x="1322" y="6239"/>
                  </a:lnTo>
                  <a:cubicBezTo>
                    <a:pt x="1358" y="6192"/>
                    <a:pt x="1370" y="6132"/>
                    <a:pt x="1370" y="6073"/>
                  </a:cubicBezTo>
                  <a:lnTo>
                    <a:pt x="1370" y="5882"/>
                  </a:lnTo>
                  <a:cubicBezTo>
                    <a:pt x="1489" y="5918"/>
                    <a:pt x="1608" y="5942"/>
                    <a:pt x="1751" y="5942"/>
                  </a:cubicBezTo>
                  <a:cubicBezTo>
                    <a:pt x="1882" y="5942"/>
                    <a:pt x="2001" y="5930"/>
                    <a:pt x="2120" y="5882"/>
                  </a:cubicBezTo>
                  <a:close/>
                  <a:moveTo>
                    <a:pt x="4692" y="5620"/>
                  </a:moveTo>
                  <a:lnTo>
                    <a:pt x="5490" y="6168"/>
                  </a:lnTo>
                  <a:lnTo>
                    <a:pt x="5061" y="6585"/>
                  </a:lnTo>
                  <a:lnTo>
                    <a:pt x="5049" y="6585"/>
                  </a:lnTo>
                  <a:lnTo>
                    <a:pt x="4525" y="5799"/>
                  </a:lnTo>
                  <a:lnTo>
                    <a:pt x="4692" y="5620"/>
                  </a:lnTo>
                  <a:close/>
                  <a:moveTo>
                    <a:pt x="6823" y="5596"/>
                  </a:moveTo>
                  <a:lnTo>
                    <a:pt x="6978" y="5775"/>
                  </a:lnTo>
                  <a:lnTo>
                    <a:pt x="6466" y="6585"/>
                  </a:lnTo>
                  <a:lnTo>
                    <a:pt x="6442" y="6585"/>
                  </a:lnTo>
                  <a:lnTo>
                    <a:pt x="6013" y="6156"/>
                  </a:lnTo>
                  <a:lnTo>
                    <a:pt x="6823" y="5596"/>
                  </a:lnTo>
                  <a:close/>
                  <a:moveTo>
                    <a:pt x="5251" y="1"/>
                  </a:moveTo>
                  <a:cubicBezTo>
                    <a:pt x="4358" y="1"/>
                    <a:pt x="3632" y="739"/>
                    <a:pt x="3632" y="1632"/>
                  </a:cubicBezTo>
                  <a:lnTo>
                    <a:pt x="3632" y="1989"/>
                  </a:lnTo>
                  <a:cubicBezTo>
                    <a:pt x="3632" y="2263"/>
                    <a:pt x="3692" y="2548"/>
                    <a:pt x="3811" y="2799"/>
                  </a:cubicBezTo>
                  <a:lnTo>
                    <a:pt x="3811" y="3191"/>
                  </a:lnTo>
                  <a:cubicBezTo>
                    <a:pt x="3811" y="3834"/>
                    <a:pt x="4096" y="4394"/>
                    <a:pt x="4537" y="4763"/>
                  </a:cubicBezTo>
                  <a:lnTo>
                    <a:pt x="4537" y="5335"/>
                  </a:lnTo>
                  <a:lnTo>
                    <a:pt x="4227" y="5656"/>
                  </a:lnTo>
                  <a:cubicBezTo>
                    <a:pt x="4204" y="5692"/>
                    <a:pt x="4180" y="5751"/>
                    <a:pt x="4180" y="5799"/>
                  </a:cubicBezTo>
                  <a:lnTo>
                    <a:pt x="3144" y="6168"/>
                  </a:lnTo>
                  <a:cubicBezTo>
                    <a:pt x="3073" y="6192"/>
                    <a:pt x="2989" y="6228"/>
                    <a:pt x="2930" y="6275"/>
                  </a:cubicBezTo>
                  <a:lnTo>
                    <a:pt x="2775" y="6180"/>
                  </a:lnTo>
                  <a:cubicBezTo>
                    <a:pt x="3263" y="5977"/>
                    <a:pt x="3406" y="5680"/>
                    <a:pt x="3430" y="5656"/>
                  </a:cubicBezTo>
                  <a:cubicBezTo>
                    <a:pt x="3454" y="5620"/>
                    <a:pt x="3454" y="5561"/>
                    <a:pt x="3430" y="5513"/>
                  </a:cubicBezTo>
                  <a:cubicBezTo>
                    <a:pt x="3311" y="5275"/>
                    <a:pt x="3287" y="4811"/>
                    <a:pt x="3275" y="4453"/>
                  </a:cubicBezTo>
                  <a:cubicBezTo>
                    <a:pt x="3275" y="4334"/>
                    <a:pt x="3263" y="4215"/>
                    <a:pt x="3263" y="4132"/>
                  </a:cubicBezTo>
                  <a:cubicBezTo>
                    <a:pt x="3204" y="3310"/>
                    <a:pt x="2596" y="2691"/>
                    <a:pt x="1822" y="2691"/>
                  </a:cubicBezTo>
                  <a:cubicBezTo>
                    <a:pt x="1060" y="2691"/>
                    <a:pt x="429" y="3310"/>
                    <a:pt x="370" y="4132"/>
                  </a:cubicBezTo>
                  <a:cubicBezTo>
                    <a:pt x="370" y="4227"/>
                    <a:pt x="358" y="4334"/>
                    <a:pt x="358" y="4453"/>
                  </a:cubicBezTo>
                  <a:cubicBezTo>
                    <a:pt x="346" y="4811"/>
                    <a:pt x="334" y="5263"/>
                    <a:pt x="215" y="5513"/>
                  </a:cubicBezTo>
                  <a:cubicBezTo>
                    <a:pt x="179" y="5561"/>
                    <a:pt x="179" y="5620"/>
                    <a:pt x="215" y="5656"/>
                  </a:cubicBezTo>
                  <a:cubicBezTo>
                    <a:pt x="215" y="5680"/>
                    <a:pt x="370" y="5977"/>
                    <a:pt x="870" y="6180"/>
                  </a:cubicBezTo>
                  <a:lnTo>
                    <a:pt x="406" y="6406"/>
                  </a:lnTo>
                  <a:cubicBezTo>
                    <a:pt x="167" y="6525"/>
                    <a:pt x="1" y="6775"/>
                    <a:pt x="1" y="7049"/>
                  </a:cubicBezTo>
                  <a:lnTo>
                    <a:pt x="1" y="8299"/>
                  </a:lnTo>
                  <a:cubicBezTo>
                    <a:pt x="1" y="8383"/>
                    <a:pt x="72" y="8454"/>
                    <a:pt x="167" y="8454"/>
                  </a:cubicBezTo>
                  <a:cubicBezTo>
                    <a:pt x="251" y="8454"/>
                    <a:pt x="334" y="8383"/>
                    <a:pt x="334" y="8299"/>
                  </a:cubicBezTo>
                  <a:lnTo>
                    <a:pt x="334" y="7049"/>
                  </a:lnTo>
                  <a:cubicBezTo>
                    <a:pt x="334" y="6894"/>
                    <a:pt x="406" y="6775"/>
                    <a:pt x="537" y="6704"/>
                  </a:cubicBezTo>
                  <a:lnTo>
                    <a:pt x="1108" y="6418"/>
                  </a:lnTo>
                  <a:lnTo>
                    <a:pt x="1299" y="6609"/>
                  </a:lnTo>
                  <a:cubicBezTo>
                    <a:pt x="1429" y="6751"/>
                    <a:pt x="1608" y="6811"/>
                    <a:pt x="1787" y="6811"/>
                  </a:cubicBezTo>
                  <a:cubicBezTo>
                    <a:pt x="1965" y="6811"/>
                    <a:pt x="2144" y="6751"/>
                    <a:pt x="2275" y="6609"/>
                  </a:cubicBezTo>
                  <a:lnTo>
                    <a:pt x="2477" y="6418"/>
                  </a:lnTo>
                  <a:lnTo>
                    <a:pt x="2656" y="6513"/>
                  </a:lnTo>
                  <a:cubicBezTo>
                    <a:pt x="2561" y="6644"/>
                    <a:pt x="2513" y="6811"/>
                    <a:pt x="2513" y="6990"/>
                  </a:cubicBezTo>
                  <a:lnTo>
                    <a:pt x="2513" y="8299"/>
                  </a:lnTo>
                  <a:cubicBezTo>
                    <a:pt x="2513" y="8383"/>
                    <a:pt x="2596" y="8454"/>
                    <a:pt x="2680" y="8454"/>
                  </a:cubicBezTo>
                  <a:cubicBezTo>
                    <a:pt x="2775" y="8454"/>
                    <a:pt x="2846" y="8383"/>
                    <a:pt x="2846" y="8299"/>
                  </a:cubicBezTo>
                  <a:lnTo>
                    <a:pt x="2846" y="6990"/>
                  </a:lnTo>
                  <a:cubicBezTo>
                    <a:pt x="2846" y="6751"/>
                    <a:pt x="2989" y="6537"/>
                    <a:pt x="3215" y="6466"/>
                  </a:cubicBezTo>
                  <a:lnTo>
                    <a:pt x="4323" y="6061"/>
                  </a:lnTo>
                  <a:lnTo>
                    <a:pt x="4775" y="6751"/>
                  </a:lnTo>
                  <a:cubicBezTo>
                    <a:pt x="4835" y="6835"/>
                    <a:pt x="4930" y="6894"/>
                    <a:pt x="5037" y="6894"/>
                  </a:cubicBezTo>
                  <a:lnTo>
                    <a:pt x="5061" y="6894"/>
                  </a:lnTo>
                  <a:cubicBezTo>
                    <a:pt x="5156" y="6894"/>
                    <a:pt x="5239" y="6870"/>
                    <a:pt x="5311" y="6787"/>
                  </a:cubicBezTo>
                  <a:lnTo>
                    <a:pt x="5597" y="6513"/>
                  </a:lnTo>
                  <a:lnTo>
                    <a:pt x="5597" y="8275"/>
                  </a:lnTo>
                  <a:cubicBezTo>
                    <a:pt x="5597" y="8371"/>
                    <a:pt x="5668" y="8442"/>
                    <a:pt x="5763" y="8442"/>
                  </a:cubicBezTo>
                  <a:cubicBezTo>
                    <a:pt x="5847" y="8442"/>
                    <a:pt x="5930" y="8371"/>
                    <a:pt x="5930" y="8275"/>
                  </a:cubicBezTo>
                  <a:lnTo>
                    <a:pt x="5930" y="6513"/>
                  </a:lnTo>
                  <a:lnTo>
                    <a:pt x="6204" y="6787"/>
                  </a:lnTo>
                  <a:cubicBezTo>
                    <a:pt x="6263" y="6847"/>
                    <a:pt x="6359" y="6894"/>
                    <a:pt x="6466" y="6894"/>
                  </a:cubicBezTo>
                  <a:lnTo>
                    <a:pt x="6490" y="6894"/>
                  </a:lnTo>
                  <a:cubicBezTo>
                    <a:pt x="6597" y="6882"/>
                    <a:pt x="6680" y="6835"/>
                    <a:pt x="6740" y="6751"/>
                  </a:cubicBezTo>
                  <a:lnTo>
                    <a:pt x="7204" y="6061"/>
                  </a:lnTo>
                  <a:lnTo>
                    <a:pt x="8311" y="6466"/>
                  </a:lnTo>
                  <a:cubicBezTo>
                    <a:pt x="8526" y="6537"/>
                    <a:pt x="8680" y="6751"/>
                    <a:pt x="8680" y="6990"/>
                  </a:cubicBezTo>
                  <a:lnTo>
                    <a:pt x="8680" y="8299"/>
                  </a:lnTo>
                  <a:cubicBezTo>
                    <a:pt x="8680" y="8383"/>
                    <a:pt x="8752" y="8454"/>
                    <a:pt x="8847" y="8454"/>
                  </a:cubicBezTo>
                  <a:cubicBezTo>
                    <a:pt x="8930" y="8454"/>
                    <a:pt x="9002" y="8383"/>
                    <a:pt x="9002" y="8299"/>
                  </a:cubicBezTo>
                  <a:lnTo>
                    <a:pt x="9002" y="6990"/>
                  </a:lnTo>
                  <a:cubicBezTo>
                    <a:pt x="9002" y="6751"/>
                    <a:pt x="8919" y="6525"/>
                    <a:pt x="8752" y="6358"/>
                  </a:cubicBezTo>
                  <a:lnTo>
                    <a:pt x="8799" y="6347"/>
                  </a:lnTo>
                  <a:cubicBezTo>
                    <a:pt x="8847" y="6335"/>
                    <a:pt x="8907" y="6311"/>
                    <a:pt x="8966" y="6287"/>
                  </a:cubicBezTo>
                  <a:lnTo>
                    <a:pt x="9395" y="6716"/>
                  </a:lnTo>
                  <a:lnTo>
                    <a:pt x="9395" y="8275"/>
                  </a:lnTo>
                  <a:cubicBezTo>
                    <a:pt x="9395" y="8371"/>
                    <a:pt x="9466" y="8442"/>
                    <a:pt x="9561" y="8442"/>
                  </a:cubicBezTo>
                  <a:cubicBezTo>
                    <a:pt x="9645" y="8442"/>
                    <a:pt x="9728" y="8371"/>
                    <a:pt x="9728" y="8275"/>
                  </a:cubicBezTo>
                  <a:lnTo>
                    <a:pt x="9728" y="6716"/>
                  </a:lnTo>
                  <a:lnTo>
                    <a:pt x="10157" y="6287"/>
                  </a:lnTo>
                  <a:cubicBezTo>
                    <a:pt x="10181" y="6299"/>
                    <a:pt x="10204" y="6299"/>
                    <a:pt x="10228" y="6311"/>
                  </a:cubicBezTo>
                  <a:lnTo>
                    <a:pt x="10931" y="6513"/>
                  </a:lnTo>
                  <a:cubicBezTo>
                    <a:pt x="11097" y="6549"/>
                    <a:pt x="11193" y="6704"/>
                    <a:pt x="11193" y="6870"/>
                  </a:cubicBezTo>
                  <a:lnTo>
                    <a:pt x="11193" y="8263"/>
                  </a:lnTo>
                  <a:cubicBezTo>
                    <a:pt x="11193" y="8359"/>
                    <a:pt x="11276" y="8430"/>
                    <a:pt x="11359" y="8430"/>
                  </a:cubicBezTo>
                  <a:cubicBezTo>
                    <a:pt x="11455" y="8430"/>
                    <a:pt x="11526" y="8359"/>
                    <a:pt x="11526" y="8263"/>
                  </a:cubicBezTo>
                  <a:lnTo>
                    <a:pt x="11526" y="6870"/>
                  </a:lnTo>
                  <a:cubicBezTo>
                    <a:pt x="11538" y="6597"/>
                    <a:pt x="11335" y="6311"/>
                    <a:pt x="11014" y="6228"/>
                  </a:cubicBezTo>
                  <a:lnTo>
                    <a:pt x="10323" y="6037"/>
                  </a:lnTo>
                  <a:cubicBezTo>
                    <a:pt x="10288" y="6013"/>
                    <a:pt x="10276" y="6001"/>
                    <a:pt x="10276" y="5954"/>
                  </a:cubicBezTo>
                  <a:lnTo>
                    <a:pt x="10276" y="5716"/>
                  </a:lnTo>
                  <a:cubicBezTo>
                    <a:pt x="10335" y="5680"/>
                    <a:pt x="10383" y="5632"/>
                    <a:pt x="10443" y="5585"/>
                  </a:cubicBezTo>
                  <a:cubicBezTo>
                    <a:pt x="10693" y="5346"/>
                    <a:pt x="10824" y="5025"/>
                    <a:pt x="10824" y="4680"/>
                  </a:cubicBezTo>
                  <a:lnTo>
                    <a:pt x="10824" y="4346"/>
                  </a:lnTo>
                  <a:lnTo>
                    <a:pt x="10895" y="4215"/>
                  </a:lnTo>
                  <a:cubicBezTo>
                    <a:pt x="10978" y="4072"/>
                    <a:pt x="11014" y="3906"/>
                    <a:pt x="11014" y="3739"/>
                  </a:cubicBezTo>
                  <a:lnTo>
                    <a:pt x="11014" y="2858"/>
                  </a:lnTo>
                  <a:cubicBezTo>
                    <a:pt x="11014" y="2775"/>
                    <a:pt x="10943" y="2691"/>
                    <a:pt x="10859" y="2691"/>
                  </a:cubicBezTo>
                  <a:lnTo>
                    <a:pt x="9216" y="2691"/>
                  </a:lnTo>
                  <a:cubicBezTo>
                    <a:pt x="8621" y="2691"/>
                    <a:pt x="8145" y="3180"/>
                    <a:pt x="8145" y="3775"/>
                  </a:cubicBezTo>
                  <a:lnTo>
                    <a:pt x="8145" y="3787"/>
                  </a:lnTo>
                  <a:cubicBezTo>
                    <a:pt x="8145" y="3918"/>
                    <a:pt x="8180" y="4072"/>
                    <a:pt x="8240" y="4192"/>
                  </a:cubicBezTo>
                  <a:lnTo>
                    <a:pt x="8323" y="4370"/>
                  </a:lnTo>
                  <a:lnTo>
                    <a:pt x="8323" y="4644"/>
                  </a:lnTo>
                  <a:cubicBezTo>
                    <a:pt x="8323" y="5096"/>
                    <a:pt x="8549" y="5477"/>
                    <a:pt x="8871" y="5716"/>
                  </a:cubicBezTo>
                  <a:lnTo>
                    <a:pt x="8871" y="5954"/>
                  </a:lnTo>
                  <a:cubicBezTo>
                    <a:pt x="8871" y="6001"/>
                    <a:pt x="8871" y="6013"/>
                    <a:pt x="8740" y="6049"/>
                  </a:cubicBezTo>
                  <a:lnTo>
                    <a:pt x="8395" y="6156"/>
                  </a:lnTo>
                  <a:lnTo>
                    <a:pt x="7418" y="5799"/>
                  </a:lnTo>
                  <a:cubicBezTo>
                    <a:pt x="7418" y="5751"/>
                    <a:pt x="7406" y="5704"/>
                    <a:pt x="7371" y="5656"/>
                  </a:cubicBezTo>
                  <a:lnTo>
                    <a:pt x="7061" y="5335"/>
                  </a:lnTo>
                  <a:lnTo>
                    <a:pt x="7061" y="4787"/>
                  </a:lnTo>
                  <a:cubicBezTo>
                    <a:pt x="7085" y="4751"/>
                    <a:pt x="7121" y="4727"/>
                    <a:pt x="7168" y="4692"/>
                  </a:cubicBezTo>
                  <a:cubicBezTo>
                    <a:pt x="7561" y="4323"/>
                    <a:pt x="7787" y="3787"/>
                    <a:pt x="7787" y="3251"/>
                  </a:cubicBezTo>
                  <a:lnTo>
                    <a:pt x="7787" y="2799"/>
                  </a:lnTo>
                  <a:cubicBezTo>
                    <a:pt x="7906" y="2537"/>
                    <a:pt x="7966" y="2263"/>
                    <a:pt x="7966" y="1989"/>
                  </a:cubicBezTo>
                  <a:lnTo>
                    <a:pt x="7966" y="167"/>
                  </a:lnTo>
                  <a:cubicBezTo>
                    <a:pt x="7966" y="84"/>
                    <a:pt x="7895" y="1"/>
                    <a:pt x="77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tx2"/>
                </a:solidFill>
              </a:endParaRPr>
            </a:p>
          </p:txBody>
        </p:sp>
        <p:sp>
          <p:nvSpPr>
            <p:cNvPr id="33" name="Google Shape;14210;p84">
              <a:extLst>
                <a:ext uri="{FF2B5EF4-FFF2-40B4-BE49-F238E27FC236}">
                  <a16:creationId xmlns="" xmlns:a16="http://schemas.microsoft.com/office/drawing/2014/main" id="{49608285-E307-A642-B2C9-20CA1F9D06ED}"/>
                </a:ext>
              </a:extLst>
            </p:cNvPr>
            <p:cNvSpPr/>
            <p:nvPr/>
          </p:nvSpPr>
          <p:spPr>
            <a:xfrm>
              <a:off x="1639960" y="3622549"/>
              <a:ext cx="10631" cy="45135"/>
            </a:xfrm>
            <a:custGeom>
              <a:avLst/>
              <a:gdLst/>
              <a:ahLst/>
              <a:cxnLst/>
              <a:rect l="l" t="t" r="r" b="b"/>
              <a:pathLst>
                <a:path w="334" h="1418" extrusionOk="0">
                  <a:moveTo>
                    <a:pt x="167" y="1"/>
                  </a:moveTo>
                  <a:cubicBezTo>
                    <a:pt x="84" y="1"/>
                    <a:pt x="0" y="72"/>
                    <a:pt x="0" y="168"/>
                  </a:cubicBezTo>
                  <a:lnTo>
                    <a:pt x="0" y="1251"/>
                  </a:lnTo>
                  <a:cubicBezTo>
                    <a:pt x="0" y="1334"/>
                    <a:pt x="84" y="1418"/>
                    <a:pt x="167" y="1418"/>
                  </a:cubicBezTo>
                  <a:cubicBezTo>
                    <a:pt x="262" y="1418"/>
                    <a:pt x="334" y="1334"/>
                    <a:pt x="334" y="1251"/>
                  </a:cubicBezTo>
                  <a:lnTo>
                    <a:pt x="334" y="168"/>
                  </a:lnTo>
                  <a:cubicBezTo>
                    <a:pt x="334" y="72"/>
                    <a:pt x="262" y="1"/>
                    <a:pt x="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34" name="Google Shape;14211;p84">
              <a:extLst>
                <a:ext uri="{FF2B5EF4-FFF2-40B4-BE49-F238E27FC236}">
                  <a16:creationId xmlns="" xmlns:a16="http://schemas.microsoft.com/office/drawing/2014/main" id="{84F51A8D-549B-E44D-8779-C0A91D88A6EA}"/>
                </a:ext>
              </a:extLst>
            </p:cNvPr>
            <p:cNvSpPr/>
            <p:nvPr/>
          </p:nvSpPr>
          <p:spPr>
            <a:xfrm>
              <a:off x="1444014" y="3446466"/>
              <a:ext cx="91734" cy="30589"/>
            </a:xfrm>
            <a:custGeom>
              <a:avLst/>
              <a:gdLst/>
              <a:ahLst/>
              <a:cxnLst/>
              <a:rect l="l" t="t" r="r" b="b"/>
              <a:pathLst>
                <a:path w="2882" h="961" extrusionOk="0">
                  <a:moveTo>
                    <a:pt x="1169" y="1"/>
                  </a:moveTo>
                  <a:cubicBezTo>
                    <a:pt x="820" y="1"/>
                    <a:pt x="503" y="37"/>
                    <a:pt x="298" y="68"/>
                  </a:cubicBezTo>
                  <a:cubicBezTo>
                    <a:pt x="120" y="104"/>
                    <a:pt x="1" y="247"/>
                    <a:pt x="1" y="413"/>
                  </a:cubicBezTo>
                  <a:lnTo>
                    <a:pt x="1" y="794"/>
                  </a:lnTo>
                  <a:cubicBezTo>
                    <a:pt x="1" y="890"/>
                    <a:pt x="72" y="961"/>
                    <a:pt x="167" y="961"/>
                  </a:cubicBezTo>
                  <a:cubicBezTo>
                    <a:pt x="251" y="961"/>
                    <a:pt x="322" y="890"/>
                    <a:pt x="322" y="794"/>
                  </a:cubicBezTo>
                  <a:lnTo>
                    <a:pt x="322" y="413"/>
                  </a:lnTo>
                  <a:cubicBezTo>
                    <a:pt x="322" y="413"/>
                    <a:pt x="322" y="401"/>
                    <a:pt x="346" y="401"/>
                  </a:cubicBezTo>
                  <a:cubicBezTo>
                    <a:pt x="514" y="373"/>
                    <a:pt x="820" y="331"/>
                    <a:pt x="1157" y="331"/>
                  </a:cubicBezTo>
                  <a:cubicBezTo>
                    <a:pt x="1250" y="331"/>
                    <a:pt x="1346" y="334"/>
                    <a:pt x="1441" y="342"/>
                  </a:cubicBezTo>
                  <a:cubicBezTo>
                    <a:pt x="1977" y="366"/>
                    <a:pt x="2346" y="497"/>
                    <a:pt x="2584" y="735"/>
                  </a:cubicBezTo>
                  <a:cubicBezTo>
                    <a:pt x="2614" y="765"/>
                    <a:pt x="2659" y="779"/>
                    <a:pt x="2703" y="779"/>
                  </a:cubicBezTo>
                  <a:cubicBezTo>
                    <a:pt x="2748" y="779"/>
                    <a:pt x="2793" y="765"/>
                    <a:pt x="2822" y="735"/>
                  </a:cubicBezTo>
                  <a:cubicBezTo>
                    <a:pt x="2882" y="675"/>
                    <a:pt x="2882" y="556"/>
                    <a:pt x="2822" y="497"/>
                  </a:cubicBezTo>
                  <a:cubicBezTo>
                    <a:pt x="2428" y="102"/>
                    <a:pt x="1753" y="1"/>
                    <a:pt x="1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35" name="Google Shape;14212;p84">
              <a:extLst>
                <a:ext uri="{FF2B5EF4-FFF2-40B4-BE49-F238E27FC236}">
                  <a16:creationId xmlns="" xmlns:a16="http://schemas.microsoft.com/office/drawing/2014/main" id="{16CEC141-AEB3-4D44-AB83-954949E9187D}"/>
                </a:ext>
              </a:extLst>
            </p:cNvPr>
            <p:cNvSpPr/>
            <p:nvPr/>
          </p:nvSpPr>
          <p:spPr>
            <a:xfrm>
              <a:off x="1420524" y="3633944"/>
              <a:ext cx="11013" cy="33740"/>
            </a:xfrm>
            <a:custGeom>
              <a:avLst/>
              <a:gdLst/>
              <a:ahLst/>
              <a:cxnLst/>
              <a:rect l="l" t="t" r="r" b="b"/>
              <a:pathLst>
                <a:path w="346" h="1060" extrusionOk="0">
                  <a:moveTo>
                    <a:pt x="167" y="0"/>
                  </a:moveTo>
                  <a:cubicBezTo>
                    <a:pt x="84" y="0"/>
                    <a:pt x="1" y="72"/>
                    <a:pt x="1" y="167"/>
                  </a:cubicBezTo>
                  <a:lnTo>
                    <a:pt x="1" y="893"/>
                  </a:lnTo>
                  <a:cubicBezTo>
                    <a:pt x="1" y="976"/>
                    <a:pt x="84" y="1060"/>
                    <a:pt x="167" y="1060"/>
                  </a:cubicBezTo>
                  <a:cubicBezTo>
                    <a:pt x="262" y="1060"/>
                    <a:pt x="334" y="976"/>
                    <a:pt x="334" y="893"/>
                  </a:cubicBezTo>
                  <a:lnTo>
                    <a:pt x="334" y="167"/>
                  </a:lnTo>
                  <a:cubicBezTo>
                    <a:pt x="346" y="72"/>
                    <a:pt x="262" y="0"/>
                    <a:pt x="1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36" name="Google Shape;14213;p84">
              <a:extLst>
                <a:ext uri="{FF2B5EF4-FFF2-40B4-BE49-F238E27FC236}">
                  <a16:creationId xmlns="" xmlns:a16="http://schemas.microsoft.com/office/drawing/2014/main" id="{EF514D50-45E9-1C4C-9D45-1E612F9B87AF}"/>
                </a:ext>
              </a:extLst>
            </p:cNvPr>
            <p:cNvSpPr/>
            <p:nvPr/>
          </p:nvSpPr>
          <p:spPr>
            <a:xfrm>
              <a:off x="1547494" y="3633944"/>
              <a:ext cx="11013" cy="33740"/>
            </a:xfrm>
            <a:custGeom>
              <a:avLst/>
              <a:gdLst/>
              <a:ahLst/>
              <a:cxnLst/>
              <a:rect l="l" t="t" r="r" b="b"/>
              <a:pathLst>
                <a:path w="346" h="1060" extrusionOk="0">
                  <a:moveTo>
                    <a:pt x="167" y="0"/>
                  </a:moveTo>
                  <a:cubicBezTo>
                    <a:pt x="83" y="0"/>
                    <a:pt x="0" y="72"/>
                    <a:pt x="0" y="167"/>
                  </a:cubicBezTo>
                  <a:lnTo>
                    <a:pt x="0" y="893"/>
                  </a:lnTo>
                  <a:cubicBezTo>
                    <a:pt x="0" y="976"/>
                    <a:pt x="83" y="1060"/>
                    <a:pt x="167" y="1060"/>
                  </a:cubicBezTo>
                  <a:cubicBezTo>
                    <a:pt x="262" y="1060"/>
                    <a:pt x="333" y="976"/>
                    <a:pt x="333" y="893"/>
                  </a:cubicBezTo>
                  <a:lnTo>
                    <a:pt x="333" y="167"/>
                  </a:lnTo>
                  <a:cubicBezTo>
                    <a:pt x="345" y="72"/>
                    <a:pt x="274" y="0"/>
                    <a:pt x="1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2"/>
                </a:solidFill>
              </a:endParaRPr>
            </a:p>
          </p:txBody>
        </p:sp>
      </p:grpSp>
      <p:sp>
        <p:nvSpPr>
          <p:cNvPr id="56" name="Google Shape;1636;p41">
            <a:extLst>
              <a:ext uri="{FF2B5EF4-FFF2-40B4-BE49-F238E27FC236}">
                <a16:creationId xmlns="" xmlns:a16="http://schemas.microsoft.com/office/drawing/2014/main" id="{33ECE9A1-D7C1-D649-A60B-8256F43BEF36}"/>
              </a:ext>
            </a:extLst>
          </p:cNvPr>
          <p:cNvSpPr txBox="1">
            <a:spLocks/>
          </p:cNvSpPr>
          <p:nvPr/>
        </p:nvSpPr>
        <p:spPr>
          <a:xfrm>
            <a:off x="3389968" y="2507272"/>
            <a:ext cx="2794888" cy="474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r>
              <a:rPr lang="it-IT" dirty="0"/>
              <a:t>&lt;#articolazione#&gt;</a:t>
            </a:r>
          </a:p>
        </p:txBody>
      </p:sp>
      <p:sp>
        <p:nvSpPr>
          <p:cNvPr id="73" name="Google Shape;14318;p84">
            <a:extLst>
              <a:ext uri="{FF2B5EF4-FFF2-40B4-BE49-F238E27FC236}">
                <a16:creationId xmlns="" xmlns:a16="http://schemas.microsoft.com/office/drawing/2014/main" id="{C4156468-B0A7-C54F-85E0-66A96649F4B0}"/>
              </a:ext>
            </a:extLst>
          </p:cNvPr>
          <p:cNvSpPr/>
          <p:nvPr/>
        </p:nvSpPr>
        <p:spPr>
          <a:xfrm>
            <a:off x="6779733" y="1191590"/>
            <a:ext cx="857415" cy="732342"/>
          </a:xfrm>
          <a:custGeom>
            <a:avLst/>
            <a:gdLst/>
            <a:ahLst/>
            <a:cxnLst/>
            <a:rect l="l" t="t" r="r" b="b"/>
            <a:pathLst>
              <a:path w="10919" h="10884" extrusionOk="0">
                <a:moveTo>
                  <a:pt x="9561" y="561"/>
                </a:moveTo>
                <a:lnTo>
                  <a:pt x="9561" y="1203"/>
                </a:lnTo>
                <a:cubicBezTo>
                  <a:pt x="9561" y="1299"/>
                  <a:pt x="9633" y="1370"/>
                  <a:pt x="9728" y="1370"/>
                </a:cubicBezTo>
                <a:lnTo>
                  <a:pt x="10359" y="1370"/>
                </a:lnTo>
                <a:lnTo>
                  <a:pt x="8966" y="2739"/>
                </a:lnTo>
                <a:lnTo>
                  <a:pt x="8394" y="2739"/>
                </a:lnTo>
                <a:lnTo>
                  <a:pt x="9323" y="1811"/>
                </a:lnTo>
                <a:cubicBezTo>
                  <a:pt x="9383" y="1751"/>
                  <a:pt x="9383" y="1644"/>
                  <a:pt x="9323" y="1584"/>
                </a:cubicBezTo>
                <a:cubicBezTo>
                  <a:pt x="9293" y="1555"/>
                  <a:pt x="9252" y="1540"/>
                  <a:pt x="9210" y="1540"/>
                </a:cubicBezTo>
                <a:cubicBezTo>
                  <a:pt x="9168" y="1540"/>
                  <a:pt x="9127" y="1555"/>
                  <a:pt x="9097" y="1584"/>
                </a:cubicBezTo>
                <a:lnTo>
                  <a:pt x="8180" y="2513"/>
                </a:lnTo>
                <a:lnTo>
                  <a:pt x="8180" y="1954"/>
                </a:lnTo>
                <a:lnTo>
                  <a:pt x="9561" y="561"/>
                </a:lnTo>
                <a:close/>
                <a:moveTo>
                  <a:pt x="4441" y="2382"/>
                </a:moveTo>
                <a:cubicBezTo>
                  <a:pt x="5513" y="2382"/>
                  <a:pt x="6489" y="2799"/>
                  <a:pt x="7228" y="3466"/>
                </a:cubicBezTo>
                <a:lnTo>
                  <a:pt x="4334" y="6347"/>
                </a:lnTo>
                <a:cubicBezTo>
                  <a:pt x="4275" y="6406"/>
                  <a:pt x="4275" y="6514"/>
                  <a:pt x="4334" y="6573"/>
                </a:cubicBezTo>
                <a:cubicBezTo>
                  <a:pt x="4370" y="6609"/>
                  <a:pt x="4406" y="6621"/>
                  <a:pt x="4453" y="6621"/>
                </a:cubicBezTo>
                <a:cubicBezTo>
                  <a:pt x="4501" y="6621"/>
                  <a:pt x="4525" y="6609"/>
                  <a:pt x="4572" y="6573"/>
                </a:cubicBezTo>
                <a:lnTo>
                  <a:pt x="5287" y="5859"/>
                </a:lnTo>
                <a:cubicBezTo>
                  <a:pt x="5418" y="6037"/>
                  <a:pt x="5477" y="6252"/>
                  <a:pt x="5477" y="6478"/>
                </a:cubicBezTo>
                <a:cubicBezTo>
                  <a:pt x="5477" y="7038"/>
                  <a:pt x="5013" y="7502"/>
                  <a:pt x="4453" y="7502"/>
                </a:cubicBezTo>
                <a:cubicBezTo>
                  <a:pt x="3894" y="7502"/>
                  <a:pt x="3429" y="7038"/>
                  <a:pt x="3429" y="6478"/>
                </a:cubicBezTo>
                <a:cubicBezTo>
                  <a:pt x="3429" y="5906"/>
                  <a:pt x="3894" y="5442"/>
                  <a:pt x="4453" y="5442"/>
                </a:cubicBezTo>
                <a:cubicBezTo>
                  <a:pt x="4513" y="5442"/>
                  <a:pt x="4584" y="5442"/>
                  <a:pt x="4644" y="5466"/>
                </a:cubicBezTo>
                <a:cubicBezTo>
                  <a:pt x="4652" y="5467"/>
                  <a:pt x="4660" y="5467"/>
                  <a:pt x="4668" y="5467"/>
                </a:cubicBezTo>
                <a:cubicBezTo>
                  <a:pt x="4751" y="5467"/>
                  <a:pt x="4813" y="5410"/>
                  <a:pt x="4834" y="5323"/>
                </a:cubicBezTo>
                <a:cubicBezTo>
                  <a:pt x="4858" y="5240"/>
                  <a:pt x="4799" y="5168"/>
                  <a:pt x="4703" y="5133"/>
                </a:cubicBezTo>
                <a:cubicBezTo>
                  <a:pt x="4620" y="5121"/>
                  <a:pt x="4537" y="5109"/>
                  <a:pt x="4453" y="5109"/>
                </a:cubicBezTo>
                <a:cubicBezTo>
                  <a:pt x="3703" y="5109"/>
                  <a:pt x="3096" y="5716"/>
                  <a:pt x="3096" y="6454"/>
                </a:cubicBezTo>
                <a:cubicBezTo>
                  <a:pt x="3096" y="7204"/>
                  <a:pt x="3703" y="7811"/>
                  <a:pt x="4453" y="7811"/>
                </a:cubicBezTo>
                <a:cubicBezTo>
                  <a:pt x="5192" y="7811"/>
                  <a:pt x="5811" y="7204"/>
                  <a:pt x="5811" y="6454"/>
                </a:cubicBezTo>
                <a:cubicBezTo>
                  <a:pt x="5811" y="6145"/>
                  <a:pt x="5704" y="5859"/>
                  <a:pt x="5525" y="5621"/>
                </a:cubicBezTo>
                <a:lnTo>
                  <a:pt x="6025" y="5121"/>
                </a:lnTo>
                <a:cubicBezTo>
                  <a:pt x="6346" y="5490"/>
                  <a:pt x="6525" y="5966"/>
                  <a:pt x="6525" y="6454"/>
                </a:cubicBezTo>
                <a:cubicBezTo>
                  <a:pt x="6525" y="7585"/>
                  <a:pt x="5596" y="8514"/>
                  <a:pt x="4465" y="8514"/>
                </a:cubicBezTo>
                <a:cubicBezTo>
                  <a:pt x="3334" y="8514"/>
                  <a:pt x="2417" y="7585"/>
                  <a:pt x="2417" y="6454"/>
                </a:cubicBezTo>
                <a:cubicBezTo>
                  <a:pt x="2417" y="5323"/>
                  <a:pt x="3334" y="4406"/>
                  <a:pt x="4465" y="4406"/>
                </a:cubicBezTo>
                <a:cubicBezTo>
                  <a:pt x="4811" y="4406"/>
                  <a:pt x="5156" y="4490"/>
                  <a:pt x="5453" y="4656"/>
                </a:cubicBezTo>
                <a:cubicBezTo>
                  <a:pt x="5476" y="4671"/>
                  <a:pt x="5502" y="4678"/>
                  <a:pt x="5528" y="4678"/>
                </a:cubicBezTo>
                <a:cubicBezTo>
                  <a:pt x="5585" y="4678"/>
                  <a:pt x="5643" y="4646"/>
                  <a:pt x="5668" y="4597"/>
                </a:cubicBezTo>
                <a:cubicBezTo>
                  <a:pt x="5715" y="4525"/>
                  <a:pt x="5692" y="4418"/>
                  <a:pt x="5608" y="4371"/>
                </a:cubicBezTo>
                <a:cubicBezTo>
                  <a:pt x="5275" y="4180"/>
                  <a:pt x="4882" y="4097"/>
                  <a:pt x="4477" y="4097"/>
                </a:cubicBezTo>
                <a:cubicBezTo>
                  <a:pt x="3167" y="4097"/>
                  <a:pt x="2120" y="5168"/>
                  <a:pt x="2120" y="6454"/>
                </a:cubicBezTo>
                <a:cubicBezTo>
                  <a:pt x="2120" y="7764"/>
                  <a:pt x="3191" y="8823"/>
                  <a:pt x="4477" y="8823"/>
                </a:cubicBezTo>
                <a:cubicBezTo>
                  <a:pt x="5787" y="8823"/>
                  <a:pt x="6847" y="7752"/>
                  <a:pt x="6847" y="6454"/>
                </a:cubicBezTo>
                <a:cubicBezTo>
                  <a:pt x="6847" y="5883"/>
                  <a:pt x="6644" y="5323"/>
                  <a:pt x="6263" y="4894"/>
                </a:cubicBezTo>
                <a:lnTo>
                  <a:pt x="6763" y="4406"/>
                </a:lnTo>
                <a:cubicBezTo>
                  <a:pt x="7263" y="4966"/>
                  <a:pt x="7549" y="5704"/>
                  <a:pt x="7549" y="6454"/>
                </a:cubicBezTo>
                <a:cubicBezTo>
                  <a:pt x="7549" y="8157"/>
                  <a:pt x="6168" y="9538"/>
                  <a:pt x="4465" y="9538"/>
                </a:cubicBezTo>
                <a:cubicBezTo>
                  <a:pt x="2775" y="9538"/>
                  <a:pt x="1382" y="8157"/>
                  <a:pt x="1382" y="6454"/>
                </a:cubicBezTo>
                <a:cubicBezTo>
                  <a:pt x="1382" y="4763"/>
                  <a:pt x="2775" y="3382"/>
                  <a:pt x="4465" y="3382"/>
                </a:cubicBezTo>
                <a:cubicBezTo>
                  <a:pt x="5061" y="3382"/>
                  <a:pt x="5632" y="3537"/>
                  <a:pt x="6132" y="3870"/>
                </a:cubicBezTo>
                <a:cubicBezTo>
                  <a:pt x="6157" y="3887"/>
                  <a:pt x="6187" y="3895"/>
                  <a:pt x="6217" y="3895"/>
                </a:cubicBezTo>
                <a:cubicBezTo>
                  <a:pt x="6272" y="3895"/>
                  <a:pt x="6328" y="3869"/>
                  <a:pt x="6358" y="3823"/>
                </a:cubicBezTo>
                <a:cubicBezTo>
                  <a:pt x="6406" y="3751"/>
                  <a:pt x="6382" y="3644"/>
                  <a:pt x="6311" y="3597"/>
                </a:cubicBezTo>
                <a:cubicBezTo>
                  <a:pt x="5763" y="3239"/>
                  <a:pt x="5132" y="3061"/>
                  <a:pt x="4477" y="3061"/>
                </a:cubicBezTo>
                <a:cubicBezTo>
                  <a:pt x="2608" y="3061"/>
                  <a:pt x="1084" y="4585"/>
                  <a:pt x="1084" y="6454"/>
                </a:cubicBezTo>
                <a:cubicBezTo>
                  <a:pt x="1084" y="8335"/>
                  <a:pt x="2608" y="9847"/>
                  <a:pt x="4477" y="9847"/>
                </a:cubicBezTo>
                <a:cubicBezTo>
                  <a:pt x="6358" y="9847"/>
                  <a:pt x="7870" y="8335"/>
                  <a:pt x="7870" y="6454"/>
                </a:cubicBezTo>
                <a:cubicBezTo>
                  <a:pt x="7870" y="5609"/>
                  <a:pt x="7561" y="4811"/>
                  <a:pt x="7001" y="4168"/>
                </a:cubicBezTo>
                <a:lnTo>
                  <a:pt x="7489" y="3680"/>
                </a:lnTo>
                <a:cubicBezTo>
                  <a:pt x="8120" y="4418"/>
                  <a:pt x="8537" y="5394"/>
                  <a:pt x="8537" y="6478"/>
                </a:cubicBezTo>
                <a:cubicBezTo>
                  <a:pt x="8537" y="8740"/>
                  <a:pt x="6692" y="10562"/>
                  <a:pt x="4441" y="10562"/>
                </a:cubicBezTo>
                <a:cubicBezTo>
                  <a:pt x="2191" y="10562"/>
                  <a:pt x="346" y="8716"/>
                  <a:pt x="346" y="6478"/>
                </a:cubicBezTo>
                <a:cubicBezTo>
                  <a:pt x="346" y="4228"/>
                  <a:pt x="2191" y="2382"/>
                  <a:pt x="4441" y="2382"/>
                </a:cubicBezTo>
                <a:close/>
                <a:moveTo>
                  <a:pt x="9701" y="1"/>
                </a:moveTo>
                <a:cubicBezTo>
                  <a:pt x="9659" y="1"/>
                  <a:pt x="9617" y="17"/>
                  <a:pt x="9585" y="49"/>
                </a:cubicBezTo>
                <a:lnTo>
                  <a:pt x="7894" y="1739"/>
                </a:lnTo>
                <a:cubicBezTo>
                  <a:pt x="7859" y="1775"/>
                  <a:pt x="7847" y="1811"/>
                  <a:pt x="7847" y="1858"/>
                </a:cubicBezTo>
                <a:lnTo>
                  <a:pt x="7847" y="2811"/>
                </a:lnTo>
                <a:lnTo>
                  <a:pt x="7430" y="3228"/>
                </a:lnTo>
                <a:cubicBezTo>
                  <a:pt x="6644" y="2501"/>
                  <a:pt x="5584" y="2037"/>
                  <a:pt x="4430" y="2037"/>
                </a:cubicBezTo>
                <a:cubicBezTo>
                  <a:pt x="1989" y="2037"/>
                  <a:pt x="0" y="4013"/>
                  <a:pt x="0" y="6454"/>
                </a:cubicBezTo>
                <a:cubicBezTo>
                  <a:pt x="0" y="8895"/>
                  <a:pt x="1989" y="10883"/>
                  <a:pt x="4430" y="10883"/>
                </a:cubicBezTo>
                <a:cubicBezTo>
                  <a:pt x="6870" y="10883"/>
                  <a:pt x="8847" y="8895"/>
                  <a:pt x="8847" y="6454"/>
                </a:cubicBezTo>
                <a:cubicBezTo>
                  <a:pt x="8847" y="5299"/>
                  <a:pt x="8394" y="4240"/>
                  <a:pt x="7656" y="3454"/>
                </a:cubicBezTo>
                <a:lnTo>
                  <a:pt x="8073" y="3037"/>
                </a:lnTo>
                <a:lnTo>
                  <a:pt x="9025" y="3037"/>
                </a:lnTo>
                <a:cubicBezTo>
                  <a:pt x="9073" y="3037"/>
                  <a:pt x="9109" y="3013"/>
                  <a:pt x="9144" y="2989"/>
                </a:cubicBezTo>
                <a:lnTo>
                  <a:pt x="10835" y="1299"/>
                </a:lnTo>
                <a:cubicBezTo>
                  <a:pt x="10895" y="1251"/>
                  <a:pt x="10918" y="1192"/>
                  <a:pt x="10883" y="1132"/>
                </a:cubicBezTo>
                <a:cubicBezTo>
                  <a:pt x="10859" y="1072"/>
                  <a:pt x="10799" y="1025"/>
                  <a:pt x="10740" y="1025"/>
                </a:cubicBezTo>
                <a:lnTo>
                  <a:pt x="9871" y="1025"/>
                </a:lnTo>
                <a:lnTo>
                  <a:pt x="9871" y="168"/>
                </a:lnTo>
                <a:cubicBezTo>
                  <a:pt x="9871" y="108"/>
                  <a:pt x="9823" y="49"/>
                  <a:pt x="9764" y="13"/>
                </a:cubicBezTo>
                <a:cubicBezTo>
                  <a:pt x="9744" y="5"/>
                  <a:pt x="9723" y="1"/>
                  <a:pt x="9701" y="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1636;p41">
            <a:extLst>
              <a:ext uri="{FF2B5EF4-FFF2-40B4-BE49-F238E27FC236}">
                <a16:creationId xmlns="" xmlns:a16="http://schemas.microsoft.com/office/drawing/2014/main" id="{F91C5482-F6D3-704E-97F6-49D2D48A5585}"/>
              </a:ext>
            </a:extLst>
          </p:cNvPr>
          <p:cNvSpPr txBox="1">
            <a:spLocks/>
          </p:cNvSpPr>
          <p:nvPr/>
        </p:nvSpPr>
        <p:spPr>
          <a:xfrm>
            <a:off x="3388370" y="3510839"/>
            <a:ext cx="2340300" cy="474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r>
              <a:rPr lang="it-IT" dirty="0"/>
              <a:t>&lt;#disciplina#&gt;</a:t>
            </a:r>
          </a:p>
        </p:txBody>
      </p:sp>
      <p:sp>
        <p:nvSpPr>
          <p:cNvPr id="80" name="Sottotitolo 6">
            <a:extLst>
              <a:ext uri="{FF2B5EF4-FFF2-40B4-BE49-F238E27FC236}">
                <a16:creationId xmlns="" xmlns:a16="http://schemas.microsoft.com/office/drawing/2014/main" id="{414E966F-D8AB-9546-A849-EF7BD864E601}"/>
              </a:ext>
            </a:extLst>
          </p:cNvPr>
          <p:cNvSpPr txBox="1">
            <a:spLocks/>
          </p:cNvSpPr>
          <p:nvPr/>
        </p:nvSpPr>
        <p:spPr>
          <a:xfrm>
            <a:off x="6563974" y="3295163"/>
            <a:ext cx="1184132" cy="474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algn="ctr"/>
            <a:r>
              <a:rPr lang="it-IT" dirty="0"/>
              <a:t>&lt;#</a:t>
            </a:r>
            <a:r>
              <a:rPr lang="it-IT" dirty="0" err="1"/>
              <a:t>numero_bes</a:t>
            </a:r>
            <a:r>
              <a:rPr lang="it-IT" dirty="0"/>
              <a:t>#&gt; </a:t>
            </a:r>
          </a:p>
        </p:txBody>
      </p:sp>
      <p:sp>
        <p:nvSpPr>
          <p:cNvPr id="81" name="Sottotitolo 6">
            <a:extLst>
              <a:ext uri="{FF2B5EF4-FFF2-40B4-BE49-F238E27FC236}">
                <a16:creationId xmlns="" xmlns:a16="http://schemas.microsoft.com/office/drawing/2014/main" id="{0223B70B-DCC2-C04F-9948-4C92D6E2BAC3}"/>
              </a:ext>
            </a:extLst>
          </p:cNvPr>
          <p:cNvSpPr txBox="1">
            <a:spLocks/>
          </p:cNvSpPr>
          <p:nvPr/>
        </p:nvSpPr>
        <p:spPr>
          <a:xfrm>
            <a:off x="6184856" y="3273485"/>
            <a:ext cx="742032" cy="474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it-IT" b="1" dirty="0"/>
              <a:t>BES</a:t>
            </a:r>
            <a:r>
              <a:rPr lang="it-IT" dirty="0"/>
              <a:t>: 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="" xmlns:a16="http://schemas.microsoft.com/office/drawing/2014/main" id="{9B2832DF-9814-1B49-AC2A-C1D639DAAEE8}"/>
              </a:ext>
            </a:extLst>
          </p:cNvPr>
          <p:cNvSpPr txBox="1"/>
          <p:nvPr/>
        </p:nvSpPr>
        <p:spPr>
          <a:xfrm>
            <a:off x="4867836" y="4698475"/>
            <a:ext cx="37227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&lt;#docente#&gt;</a:t>
            </a:r>
          </a:p>
        </p:txBody>
      </p:sp>
      <p:sp>
        <p:nvSpPr>
          <p:cNvPr id="21" name="Google Shape;1637;p41">
            <a:extLst>
              <a:ext uri="{FF2B5EF4-FFF2-40B4-BE49-F238E27FC236}">
                <a16:creationId xmlns="" xmlns:a16="http://schemas.microsoft.com/office/drawing/2014/main" id="{68466A1B-BBDB-2147-B519-B10C1E646563}"/>
              </a:ext>
            </a:extLst>
          </p:cNvPr>
          <p:cNvSpPr txBox="1">
            <a:spLocks/>
          </p:cNvSpPr>
          <p:nvPr/>
        </p:nvSpPr>
        <p:spPr>
          <a:xfrm>
            <a:off x="556228" y="3273439"/>
            <a:ext cx="1066973" cy="474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r>
              <a:rPr lang="it-IT" b="1" dirty="0"/>
              <a:t>Indirizzo</a:t>
            </a:r>
            <a:r>
              <a:rPr lang="it-IT" dirty="0"/>
              <a:t>:</a:t>
            </a:r>
          </a:p>
          <a:p>
            <a:pPr marL="0" indent="0"/>
            <a:endParaRPr lang="it-IT" dirty="0"/>
          </a:p>
        </p:txBody>
      </p:sp>
      <p:sp>
        <p:nvSpPr>
          <p:cNvPr id="22" name="Google Shape;1637;p41">
            <a:extLst>
              <a:ext uri="{FF2B5EF4-FFF2-40B4-BE49-F238E27FC236}">
                <a16:creationId xmlns="" xmlns:a16="http://schemas.microsoft.com/office/drawing/2014/main" id="{64D9E0EF-DEAB-4741-B808-0B870BF29DBB}"/>
              </a:ext>
            </a:extLst>
          </p:cNvPr>
          <p:cNvSpPr txBox="1">
            <a:spLocks/>
          </p:cNvSpPr>
          <p:nvPr/>
        </p:nvSpPr>
        <p:spPr>
          <a:xfrm>
            <a:off x="556227" y="3535328"/>
            <a:ext cx="1723640" cy="474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r>
              <a:rPr lang="it-IT" dirty="0"/>
              <a:t>&lt;#indirizzo#&gt;</a:t>
            </a:r>
          </a:p>
          <a:p>
            <a:pPr marL="0" indent="0"/>
            <a:endParaRPr lang="it-IT" dirty="0"/>
          </a:p>
          <a:p>
            <a:pPr marL="0" indent="0"/>
            <a:endParaRPr lang="it-IT" dirty="0"/>
          </a:p>
        </p:txBody>
      </p:sp>
      <p:sp>
        <p:nvSpPr>
          <p:cNvPr id="23" name="Google Shape;1637;p41">
            <a:extLst>
              <a:ext uri="{FF2B5EF4-FFF2-40B4-BE49-F238E27FC236}">
                <a16:creationId xmlns="" xmlns:a16="http://schemas.microsoft.com/office/drawing/2014/main" id="{6EA19109-FDED-0C44-B053-21FB38F10AC3}"/>
              </a:ext>
            </a:extLst>
          </p:cNvPr>
          <p:cNvSpPr txBox="1">
            <a:spLocks/>
          </p:cNvSpPr>
          <p:nvPr/>
        </p:nvSpPr>
        <p:spPr>
          <a:xfrm>
            <a:off x="3388370" y="2249638"/>
            <a:ext cx="1716997" cy="474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r>
              <a:rPr lang="it-IT" b="1" dirty="0"/>
              <a:t>Articolazione</a:t>
            </a:r>
            <a:r>
              <a:rPr lang="it-IT" dirty="0"/>
              <a:t>:</a:t>
            </a:r>
          </a:p>
          <a:p>
            <a:pPr marL="0" indent="0"/>
            <a:endParaRPr lang="it-IT" dirty="0"/>
          </a:p>
        </p:txBody>
      </p:sp>
      <p:sp>
        <p:nvSpPr>
          <p:cNvPr id="24" name="Google Shape;1637;p41">
            <a:extLst>
              <a:ext uri="{FF2B5EF4-FFF2-40B4-BE49-F238E27FC236}">
                <a16:creationId xmlns="" xmlns:a16="http://schemas.microsoft.com/office/drawing/2014/main" id="{F7D0C4E5-2509-4142-AE1D-D3E8503EF26B}"/>
              </a:ext>
            </a:extLst>
          </p:cNvPr>
          <p:cNvSpPr txBox="1">
            <a:spLocks/>
          </p:cNvSpPr>
          <p:nvPr/>
        </p:nvSpPr>
        <p:spPr>
          <a:xfrm>
            <a:off x="3388370" y="3273439"/>
            <a:ext cx="1703517" cy="474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r>
              <a:rPr lang="it-IT" b="1" dirty="0"/>
              <a:t>Disciplina</a:t>
            </a:r>
            <a:r>
              <a:rPr lang="it-IT" dirty="0"/>
              <a:t>:</a:t>
            </a:r>
          </a:p>
          <a:p>
            <a:pPr marL="0" indent="0"/>
            <a:endParaRPr lang="it-IT" dirty="0"/>
          </a:p>
        </p:txBody>
      </p:sp>
      <p:sp>
        <p:nvSpPr>
          <p:cNvPr id="25" name="Google Shape;11448;p79">
            <a:extLst>
              <a:ext uri="{FF2B5EF4-FFF2-40B4-BE49-F238E27FC236}">
                <a16:creationId xmlns="" xmlns:a16="http://schemas.microsoft.com/office/drawing/2014/main" id="{53FA65AE-0B2A-0246-BC75-1DDA272CA735}"/>
              </a:ext>
            </a:extLst>
          </p:cNvPr>
          <p:cNvSpPr/>
          <p:nvPr/>
        </p:nvSpPr>
        <p:spPr>
          <a:xfrm>
            <a:off x="3779058" y="1191590"/>
            <a:ext cx="913730" cy="732342"/>
          </a:xfrm>
          <a:custGeom>
            <a:avLst/>
            <a:gdLst/>
            <a:ahLst/>
            <a:cxnLst/>
            <a:rect l="l" t="t" r="r" b="b"/>
            <a:pathLst>
              <a:path w="11943" h="9734" extrusionOk="0">
                <a:moveTo>
                  <a:pt x="11585" y="2638"/>
                </a:moveTo>
                <a:lnTo>
                  <a:pt x="11585" y="3066"/>
                </a:lnTo>
                <a:lnTo>
                  <a:pt x="9121" y="4007"/>
                </a:lnTo>
                <a:lnTo>
                  <a:pt x="9121" y="3566"/>
                </a:lnTo>
                <a:lnTo>
                  <a:pt x="11585" y="2638"/>
                </a:lnTo>
                <a:close/>
                <a:moveTo>
                  <a:pt x="370" y="2638"/>
                </a:moveTo>
                <a:lnTo>
                  <a:pt x="5787" y="4697"/>
                </a:lnTo>
                <a:lnTo>
                  <a:pt x="5787" y="5138"/>
                </a:lnTo>
                <a:lnTo>
                  <a:pt x="370" y="3066"/>
                </a:lnTo>
                <a:lnTo>
                  <a:pt x="370" y="2638"/>
                </a:lnTo>
                <a:close/>
                <a:moveTo>
                  <a:pt x="8764" y="3709"/>
                </a:moveTo>
                <a:lnTo>
                  <a:pt x="8764" y="4138"/>
                </a:lnTo>
                <a:lnTo>
                  <a:pt x="6144" y="5138"/>
                </a:lnTo>
                <a:lnTo>
                  <a:pt x="6144" y="4697"/>
                </a:lnTo>
                <a:lnTo>
                  <a:pt x="8764" y="3709"/>
                </a:lnTo>
                <a:close/>
                <a:moveTo>
                  <a:pt x="9657" y="4162"/>
                </a:moveTo>
                <a:lnTo>
                  <a:pt x="9657" y="6745"/>
                </a:lnTo>
                <a:cubicBezTo>
                  <a:pt x="9478" y="6876"/>
                  <a:pt x="9299" y="6995"/>
                  <a:pt x="9121" y="7114"/>
                </a:cubicBezTo>
                <a:lnTo>
                  <a:pt x="9121" y="4376"/>
                </a:lnTo>
                <a:lnTo>
                  <a:pt x="9657" y="4162"/>
                </a:lnTo>
                <a:close/>
                <a:moveTo>
                  <a:pt x="8961" y="8757"/>
                </a:moveTo>
                <a:cubicBezTo>
                  <a:pt x="9131" y="8757"/>
                  <a:pt x="9264" y="8907"/>
                  <a:pt x="9264" y="9079"/>
                </a:cubicBezTo>
                <a:cubicBezTo>
                  <a:pt x="9264" y="9258"/>
                  <a:pt x="9109" y="9389"/>
                  <a:pt x="8942" y="9389"/>
                </a:cubicBezTo>
                <a:cubicBezTo>
                  <a:pt x="8764" y="9389"/>
                  <a:pt x="8633" y="9246"/>
                  <a:pt x="8633" y="9079"/>
                </a:cubicBezTo>
                <a:cubicBezTo>
                  <a:pt x="8633" y="8900"/>
                  <a:pt x="8787" y="8757"/>
                  <a:pt x="8942" y="8757"/>
                </a:cubicBezTo>
                <a:cubicBezTo>
                  <a:pt x="8949" y="8757"/>
                  <a:pt x="8955" y="8757"/>
                  <a:pt x="8961" y="8757"/>
                </a:cubicBezTo>
                <a:close/>
                <a:moveTo>
                  <a:pt x="5949" y="0"/>
                </a:moveTo>
                <a:cubicBezTo>
                  <a:pt x="5930" y="0"/>
                  <a:pt x="5912" y="6"/>
                  <a:pt x="5894" y="18"/>
                </a:cubicBezTo>
                <a:lnTo>
                  <a:pt x="120" y="2221"/>
                </a:lnTo>
                <a:cubicBezTo>
                  <a:pt x="48" y="2245"/>
                  <a:pt x="1" y="2304"/>
                  <a:pt x="1" y="2376"/>
                </a:cubicBezTo>
                <a:lnTo>
                  <a:pt x="1" y="3185"/>
                </a:lnTo>
                <a:cubicBezTo>
                  <a:pt x="1" y="3257"/>
                  <a:pt x="48" y="3316"/>
                  <a:pt x="120" y="3352"/>
                </a:cubicBezTo>
                <a:lnTo>
                  <a:pt x="1917" y="4031"/>
                </a:lnTo>
                <a:lnTo>
                  <a:pt x="1917" y="4638"/>
                </a:lnTo>
                <a:cubicBezTo>
                  <a:pt x="1917" y="4745"/>
                  <a:pt x="2001" y="4817"/>
                  <a:pt x="2096" y="4817"/>
                </a:cubicBezTo>
                <a:cubicBezTo>
                  <a:pt x="2203" y="4817"/>
                  <a:pt x="2275" y="4745"/>
                  <a:pt x="2275" y="4638"/>
                </a:cubicBezTo>
                <a:lnTo>
                  <a:pt x="2275" y="4186"/>
                </a:lnTo>
                <a:lnTo>
                  <a:pt x="5894" y="5567"/>
                </a:lnTo>
                <a:cubicBezTo>
                  <a:pt x="5906" y="5579"/>
                  <a:pt x="5942" y="5579"/>
                  <a:pt x="5954" y="5579"/>
                </a:cubicBezTo>
                <a:cubicBezTo>
                  <a:pt x="5966" y="5579"/>
                  <a:pt x="6001" y="5579"/>
                  <a:pt x="6013" y="5567"/>
                </a:cubicBezTo>
                <a:lnTo>
                  <a:pt x="8740" y="4519"/>
                </a:lnTo>
                <a:lnTo>
                  <a:pt x="8740" y="7317"/>
                </a:lnTo>
                <a:cubicBezTo>
                  <a:pt x="7871" y="7769"/>
                  <a:pt x="6918" y="8007"/>
                  <a:pt x="5942" y="8007"/>
                </a:cubicBezTo>
                <a:cubicBezTo>
                  <a:pt x="4620" y="8007"/>
                  <a:pt x="3310" y="7555"/>
                  <a:pt x="2263" y="6745"/>
                </a:cubicBezTo>
                <a:lnTo>
                  <a:pt x="2263" y="5352"/>
                </a:lnTo>
                <a:cubicBezTo>
                  <a:pt x="2263" y="5257"/>
                  <a:pt x="2191" y="5174"/>
                  <a:pt x="2084" y="5174"/>
                </a:cubicBezTo>
                <a:cubicBezTo>
                  <a:pt x="1977" y="5174"/>
                  <a:pt x="1906" y="5257"/>
                  <a:pt x="1906" y="5352"/>
                </a:cubicBezTo>
                <a:lnTo>
                  <a:pt x="1906" y="6817"/>
                </a:lnTo>
                <a:cubicBezTo>
                  <a:pt x="1906" y="6876"/>
                  <a:pt x="1941" y="6924"/>
                  <a:pt x="1965" y="6948"/>
                </a:cubicBezTo>
                <a:cubicBezTo>
                  <a:pt x="3084" y="7841"/>
                  <a:pt x="4501" y="8353"/>
                  <a:pt x="5942" y="8353"/>
                </a:cubicBezTo>
                <a:cubicBezTo>
                  <a:pt x="6906" y="8353"/>
                  <a:pt x="7859" y="8126"/>
                  <a:pt x="8740" y="7698"/>
                </a:cubicBezTo>
                <a:lnTo>
                  <a:pt x="8740" y="8412"/>
                </a:lnTo>
                <a:cubicBezTo>
                  <a:pt x="8454" y="8484"/>
                  <a:pt x="8252" y="8746"/>
                  <a:pt x="8252" y="9067"/>
                </a:cubicBezTo>
                <a:cubicBezTo>
                  <a:pt x="8252" y="9436"/>
                  <a:pt x="8549" y="9734"/>
                  <a:pt x="8918" y="9734"/>
                </a:cubicBezTo>
                <a:cubicBezTo>
                  <a:pt x="9287" y="9734"/>
                  <a:pt x="9585" y="9436"/>
                  <a:pt x="9585" y="9067"/>
                </a:cubicBezTo>
                <a:cubicBezTo>
                  <a:pt x="9585" y="8746"/>
                  <a:pt x="9383" y="8496"/>
                  <a:pt x="9097" y="8412"/>
                </a:cubicBezTo>
                <a:lnTo>
                  <a:pt x="9097" y="7495"/>
                </a:lnTo>
                <a:cubicBezTo>
                  <a:pt x="9383" y="7341"/>
                  <a:pt x="9657" y="7138"/>
                  <a:pt x="9918" y="6936"/>
                </a:cubicBezTo>
                <a:cubicBezTo>
                  <a:pt x="9954" y="6900"/>
                  <a:pt x="9978" y="6841"/>
                  <a:pt x="9978" y="6805"/>
                </a:cubicBezTo>
                <a:lnTo>
                  <a:pt x="9978" y="4019"/>
                </a:lnTo>
                <a:lnTo>
                  <a:pt x="11776" y="3328"/>
                </a:lnTo>
                <a:cubicBezTo>
                  <a:pt x="11847" y="3304"/>
                  <a:pt x="11895" y="3245"/>
                  <a:pt x="11895" y="3173"/>
                </a:cubicBezTo>
                <a:lnTo>
                  <a:pt x="11895" y="2364"/>
                </a:lnTo>
                <a:cubicBezTo>
                  <a:pt x="11943" y="2304"/>
                  <a:pt x="11895" y="2245"/>
                  <a:pt x="11823" y="2221"/>
                </a:cubicBezTo>
                <a:lnTo>
                  <a:pt x="8049" y="792"/>
                </a:lnTo>
                <a:cubicBezTo>
                  <a:pt x="8030" y="784"/>
                  <a:pt x="8010" y="780"/>
                  <a:pt x="7989" y="780"/>
                </a:cubicBezTo>
                <a:cubicBezTo>
                  <a:pt x="7921" y="780"/>
                  <a:pt x="7853" y="823"/>
                  <a:pt x="7835" y="887"/>
                </a:cubicBezTo>
                <a:cubicBezTo>
                  <a:pt x="7799" y="983"/>
                  <a:pt x="7847" y="1090"/>
                  <a:pt x="7930" y="1114"/>
                </a:cubicBezTo>
                <a:lnTo>
                  <a:pt x="11264" y="2376"/>
                </a:lnTo>
                <a:lnTo>
                  <a:pt x="8966" y="3257"/>
                </a:lnTo>
                <a:lnTo>
                  <a:pt x="6061" y="1947"/>
                </a:lnTo>
                <a:cubicBezTo>
                  <a:pt x="6035" y="1934"/>
                  <a:pt x="6010" y="1928"/>
                  <a:pt x="5985" y="1928"/>
                </a:cubicBezTo>
                <a:cubicBezTo>
                  <a:pt x="5918" y="1928"/>
                  <a:pt x="5858" y="1973"/>
                  <a:pt x="5823" y="2042"/>
                </a:cubicBezTo>
                <a:cubicBezTo>
                  <a:pt x="5775" y="2126"/>
                  <a:pt x="5823" y="2233"/>
                  <a:pt x="5906" y="2281"/>
                </a:cubicBezTo>
                <a:lnTo>
                  <a:pt x="8490" y="3435"/>
                </a:lnTo>
                <a:lnTo>
                  <a:pt x="5966" y="4388"/>
                </a:lnTo>
                <a:lnTo>
                  <a:pt x="691" y="2376"/>
                </a:lnTo>
                <a:lnTo>
                  <a:pt x="5966" y="376"/>
                </a:lnTo>
                <a:lnTo>
                  <a:pt x="7263" y="864"/>
                </a:lnTo>
                <a:cubicBezTo>
                  <a:pt x="7282" y="868"/>
                  <a:pt x="7301" y="871"/>
                  <a:pt x="7320" y="871"/>
                </a:cubicBezTo>
                <a:cubicBezTo>
                  <a:pt x="7394" y="871"/>
                  <a:pt x="7461" y="833"/>
                  <a:pt x="7490" y="757"/>
                </a:cubicBezTo>
                <a:cubicBezTo>
                  <a:pt x="7513" y="673"/>
                  <a:pt x="7478" y="566"/>
                  <a:pt x="7382" y="530"/>
                </a:cubicBezTo>
                <a:lnTo>
                  <a:pt x="6013" y="18"/>
                </a:lnTo>
                <a:cubicBezTo>
                  <a:pt x="5989" y="6"/>
                  <a:pt x="5969" y="0"/>
                  <a:pt x="5949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1637;p41">
            <a:extLst>
              <a:ext uri="{FF2B5EF4-FFF2-40B4-BE49-F238E27FC236}">
                <a16:creationId xmlns="" xmlns:a16="http://schemas.microsoft.com/office/drawing/2014/main" id="{1EC0C9C0-CAC6-BA42-B74A-275B205BB039}"/>
              </a:ext>
            </a:extLst>
          </p:cNvPr>
          <p:cNvSpPr txBox="1">
            <a:spLocks/>
          </p:cNvSpPr>
          <p:nvPr/>
        </p:nvSpPr>
        <p:spPr>
          <a:xfrm>
            <a:off x="6309263" y="2249638"/>
            <a:ext cx="1716997" cy="474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r>
              <a:rPr lang="it-IT" b="1" dirty="0"/>
              <a:t>Classe</a:t>
            </a:r>
            <a:r>
              <a:rPr lang="it-IT" dirty="0"/>
              <a:t>:</a:t>
            </a:r>
          </a:p>
          <a:p>
            <a:pPr marL="0" indent="0"/>
            <a:endParaRPr lang="it-IT" dirty="0"/>
          </a:p>
        </p:txBody>
      </p:sp>
      <p:sp>
        <p:nvSpPr>
          <p:cNvPr id="27" name="Google Shape;1636;p41">
            <a:extLst>
              <a:ext uri="{FF2B5EF4-FFF2-40B4-BE49-F238E27FC236}">
                <a16:creationId xmlns="" xmlns:a16="http://schemas.microsoft.com/office/drawing/2014/main" id="{F261B2C4-77E4-4244-A52C-57CFBA354AD0}"/>
              </a:ext>
            </a:extLst>
          </p:cNvPr>
          <p:cNvSpPr txBox="1">
            <a:spLocks/>
          </p:cNvSpPr>
          <p:nvPr/>
        </p:nvSpPr>
        <p:spPr>
          <a:xfrm>
            <a:off x="6979288" y="2249638"/>
            <a:ext cx="1315719" cy="474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r>
              <a:rPr lang="it-IT" dirty="0"/>
              <a:t>&lt;#grado#&gt;</a:t>
            </a:r>
          </a:p>
        </p:txBody>
      </p:sp>
      <p:sp>
        <p:nvSpPr>
          <p:cNvPr id="29" name="Sottotitolo 6">
            <a:extLst>
              <a:ext uri="{FF2B5EF4-FFF2-40B4-BE49-F238E27FC236}">
                <a16:creationId xmlns="" xmlns:a16="http://schemas.microsoft.com/office/drawing/2014/main" id="{91747A41-FB61-AF43-B355-50F1FED615C8}"/>
              </a:ext>
            </a:extLst>
          </p:cNvPr>
          <p:cNvSpPr txBox="1">
            <a:spLocks/>
          </p:cNvSpPr>
          <p:nvPr/>
        </p:nvSpPr>
        <p:spPr>
          <a:xfrm>
            <a:off x="7385354" y="3283348"/>
            <a:ext cx="1084738" cy="474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it-IT" dirty="0"/>
              <a:t>alunni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8" name="Google Shape;2218;p5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Prerequisiti</a:t>
            </a:r>
            <a:endParaRPr dirty="0"/>
          </a:p>
        </p:txBody>
      </p:sp>
      <p:sp>
        <p:nvSpPr>
          <p:cNvPr id="2221" name="Google Shape;2221;p58"/>
          <p:cNvSpPr txBox="1">
            <a:spLocks noGrp="1"/>
          </p:cNvSpPr>
          <p:nvPr>
            <p:ph type="subTitle" idx="3"/>
          </p:nvPr>
        </p:nvSpPr>
        <p:spPr>
          <a:xfrm>
            <a:off x="713225" y="1679400"/>
            <a:ext cx="77040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it-IT" dirty="0"/>
              <a:t>&lt;#</a:t>
            </a:r>
            <a:r>
              <a:rPr lang="it-IT" dirty="0" err="1"/>
              <a:t>prerequisiti.prerequisito</a:t>
            </a:r>
            <a:r>
              <a:rPr lang="it-IT" dirty="0"/>
              <a:t>#&gt;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="" xmlns:a16="http://schemas.microsoft.com/office/drawing/2014/main" id="{8AE246BD-8ADB-E341-85CB-AE3D890800D6}"/>
              </a:ext>
            </a:extLst>
          </p:cNvPr>
          <p:cNvSpPr txBox="1"/>
          <p:nvPr/>
        </p:nvSpPr>
        <p:spPr>
          <a:xfrm>
            <a:off x="2799612" y="4657141"/>
            <a:ext cx="45677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&lt;#docente#&gt;</a:t>
            </a:r>
          </a:p>
        </p:txBody>
      </p:sp>
    </p:spTree>
    <p:extLst>
      <p:ext uri="{BB962C8B-B14F-4D97-AF65-F5344CB8AC3E}">
        <p14:creationId xmlns="" xmlns:p14="http://schemas.microsoft.com/office/powerpoint/2010/main" val="1333658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3" name="Google Shape;2123;p5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Obiettivi</a:t>
            </a:r>
            <a:r>
              <a:rPr lang="en" dirty="0"/>
              <a:t> </a:t>
            </a:r>
            <a:r>
              <a:rPr lang="en" dirty="0" err="1"/>
              <a:t>formativi</a:t>
            </a:r>
            <a:endParaRPr dirty="0"/>
          </a:p>
        </p:txBody>
      </p:sp>
      <p:sp>
        <p:nvSpPr>
          <p:cNvPr id="2124" name="Google Shape;2124;p54"/>
          <p:cNvSpPr txBox="1"/>
          <p:nvPr/>
        </p:nvSpPr>
        <p:spPr>
          <a:xfrm>
            <a:off x="782975" y="1352913"/>
            <a:ext cx="741076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&lt;#</a:t>
            </a:r>
            <a:r>
              <a:rPr lang="en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obiettivi_formativ</a:t>
            </a:r>
            <a:r>
              <a:rPr lang="it-IT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r>
              <a:rPr lang="en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obiettivo</a:t>
            </a:r>
            <a:r>
              <a:rPr lang="en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#&gt;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" name="CasellaDiTesto 22">
            <a:extLst>
              <a:ext uri="{FF2B5EF4-FFF2-40B4-BE49-F238E27FC236}">
                <a16:creationId xmlns="" xmlns:a16="http://schemas.microsoft.com/office/drawing/2014/main" id="{1E1E8E72-BBBA-8E4C-A7C4-D2E8A68D758F}"/>
              </a:ext>
            </a:extLst>
          </p:cNvPr>
          <p:cNvSpPr txBox="1"/>
          <p:nvPr/>
        </p:nvSpPr>
        <p:spPr>
          <a:xfrm>
            <a:off x="4867836" y="4698475"/>
            <a:ext cx="37227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&lt;#docente#&gt;</a:t>
            </a:r>
          </a:p>
        </p:txBody>
      </p:sp>
    </p:spTree>
    <p:extLst>
      <p:ext uri="{BB962C8B-B14F-4D97-AF65-F5344CB8AC3E}">
        <p14:creationId xmlns="" xmlns:p14="http://schemas.microsoft.com/office/powerpoint/2010/main" val="18640433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8" name="Google Shape;2218;p5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Obiettivi</a:t>
            </a:r>
            <a:r>
              <a:rPr lang="en" dirty="0"/>
              <a:t> di </a:t>
            </a:r>
            <a:r>
              <a:rPr lang="en" dirty="0" err="1"/>
              <a:t>apprendimento</a:t>
            </a:r>
            <a:endParaRPr dirty="0"/>
          </a:p>
        </p:txBody>
      </p:sp>
      <p:sp>
        <p:nvSpPr>
          <p:cNvPr id="2219" name="Google Shape;2219;p58"/>
          <p:cNvSpPr txBox="1">
            <a:spLocks noGrp="1"/>
          </p:cNvSpPr>
          <p:nvPr>
            <p:ph type="subTitle" idx="1"/>
          </p:nvPr>
        </p:nvSpPr>
        <p:spPr>
          <a:xfrm>
            <a:off x="435598" y="2041198"/>
            <a:ext cx="3844800" cy="261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&lt;#</a:t>
            </a:r>
            <a:r>
              <a:rPr lang="en" sz="1200" dirty="0" err="1"/>
              <a:t>abilita_capacita.abilita</a:t>
            </a:r>
            <a:r>
              <a:rPr lang="en" sz="1200" dirty="0"/>
              <a:t>()(0.47|2.23|4.2|2.86|4.2)#&gt;</a:t>
            </a:r>
            <a:endParaRPr sz="1200" b="1" dirty="0"/>
          </a:p>
        </p:txBody>
      </p:sp>
      <p:sp>
        <p:nvSpPr>
          <p:cNvPr id="2220" name="Google Shape;2220;p58"/>
          <p:cNvSpPr txBox="1">
            <a:spLocks noGrp="1"/>
          </p:cNvSpPr>
          <p:nvPr>
            <p:ph type="subTitle" idx="2"/>
          </p:nvPr>
        </p:nvSpPr>
        <p:spPr>
          <a:xfrm>
            <a:off x="4824000" y="2005525"/>
            <a:ext cx="3923423" cy="64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" sz="1200" dirty="0"/>
              <a:t>&lt;#</a:t>
            </a:r>
            <a:r>
              <a:rPr lang="en" sz="1200" dirty="0" err="1"/>
              <a:t>conoscenze.conoscenza</a:t>
            </a:r>
            <a:r>
              <a:rPr lang="en" sz="1200" dirty="0"/>
              <a:t>()(5.27|2.23|4.2|2.86|4.2)#&gt;</a:t>
            </a:r>
            <a:endParaRPr sz="1200" dirty="0"/>
          </a:p>
        </p:txBody>
      </p:sp>
      <p:sp>
        <p:nvSpPr>
          <p:cNvPr id="2221" name="Google Shape;2221;p58"/>
          <p:cNvSpPr txBox="1">
            <a:spLocks noGrp="1"/>
          </p:cNvSpPr>
          <p:nvPr>
            <p:ph type="subTitle" idx="3"/>
          </p:nvPr>
        </p:nvSpPr>
        <p:spPr>
          <a:xfrm>
            <a:off x="713225" y="1679400"/>
            <a:ext cx="2711293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Abilità</a:t>
            </a:r>
            <a:r>
              <a:rPr lang="en" dirty="0"/>
              <a:t>/</a:t>
            </a:r>
            <a:r>
              <a:rPr lang="en" dirty="0" err="1"/>
              <a:t>Capacità</a:t>
            </a:r>
            <a:endParaRPr dirty="0"/>
          </a:p>
        </p:txBody>
      </p:sp>
      <p:sp>
        <p:nvSpPr>
          <p:cNvPr id="2222" name="Google Shape;2222;p58"/>
          <p:cNvSpPr txBox="1">
            <a:spLocks noGrp="1"/>
          </p:cNvSpPr>
          <p:nvPr>
            <p:ph type="subTitle" idx="4"/>
          </p:nvPr>
        </p:nvSpPr>
        <p:spPr>
          <a:xfrm>
            <a:off x="5267296" y="1639225"/>
            <a:ext cx="1859646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Conoscenze</a:t>
            </a:r>
            <a:endParaRPr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xmlns="" id="{3D9662A9-DD99-4C4E-BE96-73EA82F993D0}"/>
              </a:ext>
            </a:extLst>
          </p:cNvPr>
          <p:cNvSpPr txBox="1"/>
          <p:nvPr/>
        </p:nvSpPr>
        <p:spPr>
          <a:xfrm>
            <a:off x="2799612" y="4657141"/>
            <a:ext cx="45677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&lt;#docente#&gt;</a:t>
            </a:r>
          </a:p>
        </p:txBody>
      </p:sp>
    </p:spTree>
    <p:extLst>
      <p:ext uri="{BB962C8B-B14F-4D97-AF65-F5344CB8AC3E}">
        <p14:creationId xmlns:p14="http://schemas.microsoft.com/office/powerpoint/2010/main" xmlns="" val="8523839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1" name="Google Shape;1531;p39"/>
          <p:cNvSpPr txBox="1">
            <a:spLocks noGrp="1"/>
          </p:cNvSpPr>
          <p:nvPr>
            <p:ph type="title"/>
          </p:nvPr>
        </p:nvSpPr>
        <p:spPr>
          <a:xfrm>
            <a:off x="546020" y="0"/>
            <a:ext cx="777804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Competenze </a:t>
            </a:r>
            <a:r>
              <a:rPr lang="en" dirty="0" smtClean="0"/>
              <a:t>chiave per l’apprendimento permanente</a:t>
            </a:r>
            <a:endParaRPr dirty="0"/>
          </a:p>
        </p:txBody>
      </p:sp>
      <p:grpSp>
        <p:nvGrpSpPr>
          <p:cNvPr id="1534" name="Google Shape;1534;p39"/>
          <p:cNvGrpSpPr/>
          <p:nvPr/>
        </p:nvGrpSpPr>
        <p:grpSpPr>
          <a:xfrm>
            <a:off x="-123925" y="4132283"/>
            <a:ext cx="4558967" cy="1141122"/>
            <a:chOff x="-123925" y="4132283"/>
            <a:chExt cx="4558967" cy="1141122"/>
          </a:xfrm>
        </p:grpSpPr>
        <p:grpSp>
          <p:nvGrpSpPr>
            <p:cNvPr id="1535" name="Google Shape;1535;p39"/>
            <p:cNvGrpSpPr/>
            <p:nvPr/>
          </p:nvGrpSpPr>
          <p:grpSpPr>
            <a:xfrm>
              <a:off x="-2" y="4132283"/>
              <a:ext cx="2308406" cy="1141122"/>
              <a:chOff x="-2" y="4132283"/>
              <a:chExt cx="2308406" cy="1141122"/>
            </a:xfrm>
          </p:grpSpPr>
          <p:sp>
            <p:nvSpPr>
              <p:cNvPr id="1536" name="Google Shape;1536;p39"/>
              <p:cNvSpPr/>
              <p:nvPr/>
            </p:nvSpPr>
            <p:spPr>
              <a:xfrm rot="5400000">
                <a:off x="663005" y="3628622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Google Shape;1537;p39"/>
              <p:cNvSpPr/>
              <p:nvPr/>
            </p:nvSpPr>
            <p:spPr>
              <a:xfrm rot="5400000">
                <a:off x="663620" y="3469276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38" name="Google Shape;1538;p39"/>
            <p:cNvGrpSpPr/>
            <p:nvPr/>
          </p:nvGrpSpPr>
          <p:grpSpPr>
            <a:xfrm>
              <a:off x="-123925" y="4386226"/>
              <a:ext cx="4558967" cy="134100"/>
              <a:chOff x="796100" y="3019701"/>
              <a:chExt cx="4558967" cy="134100"/>
            </a:xfrm>
          </p:grpSpPr>
          <p:sp>
            <p:nvSpPr>
              <p:cNvPr id="1539" name="Google Shape;1539;p39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540" name="Google Shape;1540;p39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541" name="Google Shape;1541;p39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8" name="CasellaDiTesto 17">
            <a:extLst>
              <a:ext uri="{FF2B5EF4-FFF2-40B4-BE49-F238E27FC236}">
                <a16:creationId xmlns="" xmlns:a16="http://schemas.microsoft.com/office/drawing/2014/main" id="{18C6FE95-5955-DE49-97E3-EBF2855EE305}"/>
              </a:ext>
            </a:extLst>
          </p:cNvPr>
          <p:cNvSpPr txBox="1"/>
          <p:nvPr/>
        </p:nvSpPr>
        <p:spPr>
          <a:xfrm>
            <a:off x="2799612" y="4657141"/>
            <a:ext cx="45677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&lt;#docente#&gt;</a:t>
            </a:r>
          </a:p>
        </p:txBody>
      </p:sp>
      <p:graphicFrame>
        <p:nvGraphicFramePr>
          <p:cNvPr id="16" name="Table 1851"/>
          <p:cNvGraphicFramePr>
            <a:graphicFrameLocks noGrp="1"/>
          </p:cNvGraphicFramePr>
          <p:nvPr/>
        </p:nvGraphicFramePr>
        <p:xfrm>
          <a:off x="248356" y="1385625"/>
          <a:ext cx="8647288" cy="3000601"/>
        </p:xfrm>
        <a:graphic>
          <a:graphicData uri="http://schemas.openxmlformats.org/drawingml/2006/table">
            <a:tbl>
              <a:tblPr bandRow="1">
                <a:solidFill>
                  <a:schemeClr val="accent1">
                    <a:lumMod val="20000"/>
                    <a:lumOff val="80000"/>
                  </a:schemeClr>
                </a:solidFill>
                <a:tableStyleId>{5C22544A-7EE6-4342-B048-85BDC9FD1C3A}</a:tableStyleId>
              </a:tblPr>
              <a:tblGrid>
                <a:gridCol w="3770488"/>
                <a:gridCol w="4876800"/>
              </a:tblGrid>
              <a:tr h="306508">
                <a:tc>
                  <a:txBody>
                    <a:bodyPr/>
                    <a:lstStyle/>
                    <a:p>
                      <a:r>
                        <a:rPr lang="it-IT" sz="1200" dirty="0" smtClean="0"/>
                        <a:t>Alfabetica funzionale</a:t>
                      </a:r>
                      <a:endParaRPr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it-IT" sz="1200" dirty="0" smtClean="0"/>
                        <a:t>Per comunicare con gli altri</a:t>
                      </a:r>
                      <a:endParaRPr sz="1200"/>
                    </a:p>
                  </a:txBody>
                  <a:tcPr anchor="ctr"/>
                </a:tc>
              </a:tr>
              <a:tr h="282222">
                <a:tc>
                  <a:txBody>
                    <a:bodyPr/>
                    <a:lstStyle/>
                    <a:p>
                      <a:r>
                        <a:rPr lang="it-IT" sz="1200" b="0" i="0" u="none" strike="noStrike" cap="none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Multilinguistica</a:t>
                      </a:r>
                      <a:r>
                        <a:rPr lang="it-IT" sz="1200" b="0" i="0" u="none" strike="noStrike" cap="none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200" dirty="0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Per rafforzare l’identità europea</a:t>
                      </a:r>
                      <a:endParaRPr lang="it-IT" sz="12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121920" marR="121920" marT="60960" marB="60960" anchor="ctr"/>
                </a:tc>
              </a:tr>
              <a:tr h="304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it-IT" sz="1200" b="0" i="0" u="none" strike="noStrike" cap="none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Matematica, scienza, tecnologia e ingegneria</a:t>
                      </a:r>
                      <a:endParaRPr lang="it-IT" sz="12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it-IT" sz="1200" dirty="0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Per offrire un contributo al progresso della società</a:t>
                      </a:r>
                      <a:endParaRPr lang="it-IT" sz="12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121920" marR="121920" marT="60960" marB="60960" anchor="ctr"/>
                </a:tc>
              </a:tr>
              <a:tr h="417689">
                <a:tc>
                  <a:txBody>
                    <a:bodyPr/>
                    <a:lstStyle/>
                    <a:p>
                      <a:r>
                        <a:rPr lang="it-IT" sz="1200" dirty="0" smtClean="0"/>
                        <a:t>Digitale</a:t>
                      </a:r>
                      <a:endParaRPr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it-IT" sz="1200" dirty="0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Per partecipare efficacemente a una società e un’economia digitalizzate </a:t>
                      </a:r>
                      <a:endParaRPr lang="it-IT" sz="12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/>
                </a:tc>
              </a:tr>
              <a:tr h="3911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it-IT" sz="1200" b="0" i="0" u="none" strike="noStrike" cap="none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Personale, sociale </a:t>
                      </a:r>
                      <a:r>
                        <a:rPr lang="it-IT" sz="1200" b="0" i="0" u="none" strike="noStrike" cap="none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imparare a </a:t>
                      </a:r>
                      <a:r>
                        <a:rPr lang="it-IT" sz="1200" b="0" i="0" u="none" strike="noStrike" cap="none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imparare</a:t>
                      </a:r>
                      <a:endParaRPr lang="it-IT" sz="12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it-IT" sz="1200" dirty="0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Per adattarsi alla dinamicità del nostro tempo e vivere serenamente le relazioni</a:t>
                      </a:r>
                      <a:endParaRPr lang="it-IT" sz="12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/>
                </a:tc>
              </a:tr>
              <a:tr h="3911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it-IT" sz="1200" b="0" i="0" u="none" strike="noStrike" cap="none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In materia di cittadinanza</a:t>
                      </a:r>
                      <a:endParaRPr lang="it-IT" sz="12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200" dirty="0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Per agire come cittadini responsabili  e  partecipare pienamente alla vita della  comunità</a:t>
                      </a:r>
                      <a:endParaRPr lang="it-IT" sz="12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/>
                </a:tc>
              </a:tr>
              <a:tr h="3217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it-IT" sz="1200" b="0" i="0" u="none" strike="noStrike" cap="none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Imprenditoriale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it-IT" sz="1200" dirty="0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Per creare valore per gli altri</a:t>
                      </a:r>
                    </a:p>
                  </a:txBody>
                  <a:tcPr anchor="ctr"/>
                </a:tc>
              </a:tr>
              <a:tr h="3911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it-IT" sz="1200" b="0" i="0" u="none" strike="noStrike" cap="none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Consapevolezza </a:t>
                      </a:r>
                      <a:r>
                        <a:rPr lang="it-IT" sz="1200" b="0" i="0" u="none" strike="noStrike" cap="none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Espressione culturale</a:t>
                      </a:r>
                      <a:endParaRPr lang="it-IT" sz="12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it-IT" sz="1200" dirty="0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Per essere Cittadini del mondo, partendo dalle proprie radici</a:t>
                      </a:r>
                      <a:endParaRPr lang="it-IT" sz="12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20" name="Google Shape;1485;p38"/>
          <p:cNvSpPr txBox="1">
            <a:spLocks noGrp="1"/>
          </p:cNvSpPr>
          <p:nvPr>
            <p:ph type="subTitle" idx="1"/>
          </p:nvPr>
        </p:nvSpPr>
        <p:spPr>
          <a:xfrm>
            <a:off x="1695494" y="927825"/>
            <a:ext cx="7200150" cy="45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r">
              <a:defRPr/>
            </a:pPr>
            <a:r>
              <a:rPr lang="it-IT" dirty="0" smtClean="0"/>
              <a:t>Raccomandazioni del Parlamento Europeo e del Consiglio 2018</a:t>
            </a:r>
            <a:endParaRPr lang="it-IT" dirty="0"/>
          </a:p>
        </p:txBody>
      </p:sp>
    </p:spTree>
    <p:extLst>
      <p:ext uri="{BB962C8B-B14F-4D97-AF65-F5344CB8AC3E}">
        <p14:creationId xmlns="" xmlns:p14="http://schemas.microsoft.com/office/powerpoint/2010/main" val="32487776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Google Shape;1484;p38"/>
          <p:cNvSpPr txBox="1">
            <a:spLocks noGrp="1"/>
          </p:cNvSpPr>
          <p:nvPr>
            <p:ph type="title" idx="2"/>
          </p:nvPr>
        </p:nvSpPr>
        <p:spPr>
          <a:xfrm>
            <a:off x="720000" y="1025725"/>
            <a:ext cx="1702500" cy="9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grpSp>
        <p:nvGrpSpPr>
          <p:cNvPr id="1486" name="Google Shape;1486;p38"/>
          <p:cNvGrpSpPr/>
          <p:nvPr/>
        </p:nvGrpSpPr>
        <p:grpSpPr>
          <a:xfrm>
            <a:off x="-377424" y="3367502"/>
            <a:ext cx="3922590" cy="2969900"/>
            <a:chOff x="-374387" y="3354325"/>
            <a:chExt cx="3922590" cy="2969900"/>
          </a:xfrm>
        </p:grpSpPr>
        <p:pic>
          <p:nvPicPr>
            <p:cNvPr id="1487" name="Google Shape;1487;p38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-374387" y="3354325"/>
              <a:ext cx="3891276" cy="29699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88" name="Google Shape;1488;p38"/>
            <p:cNvGrpSpPr/>
            <p:nvPr/>
          </p:nvGrpSpPr>
          <p:grpSpPr>
            <a:xfrm>
              <a:off x="1853583" y="4445557"/>
              <a:ext cx="1694620" cy="1360169"/>
              <a:chOff x="7945225" y="4302000"/>
              <a:chExt cx="904666" cy="726121"/>
            </a:xfrm>
          </p:grpSpPr>
          <p:sp>
            <p:nvSpPr>
              <p:cNvPr id="1489" name="Google Shape;1489;p38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38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Google Shape;1491;p38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92" name="Google Shape;1492;p38"/>
          <p:cNvSpPr txBox="1">
            <a:spLocks noGrp="1"/>
          </p:cNvSpPr>
          <p:nvPr>
            <p:ph type="title"/>
          </p:nvPr>
        </p:nvSpPr>
        <p:spPr>
          <a:xfrm>
            <a:off x="720000" y="2079325"/>
            <a:ext cx="720015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&lt;#</a:t>
            </a:r>
            <a:r>
              <a:rPr lang="en" dirty="0" err="1"/>
              <a:t>titolo_lezione</a:t>
            </a:r>
            <a:r>
              <a:rPr lang="en" dirty="0"/>
              <a:t>#&gt;</a:t>
            </a:r>
            <a:endParaRPr dirty="0"/>
          </a:p>
        </p:txBody>
      </p:sp>
      <p:grpSp>
        <p:nvGrpSpPr>
          <p:cNvPr id="1493" name="Google Shape;1493;p38"/>
          <p:cNvGrpSpPr/>
          <p:nvPr/>
        </p:nvGrpSpPr>
        <p:grpSpPr>
          <a:xfrm>
            <a:off x="6487513" y="-1301175"/>
            <a:ext cx="4268216" cy="6666030"/>
            <a:chOff x="6128138" y="-1301175"/>
            <a:chExt cx="4268216" cy="6666030"/>
          </a:xfrm>
        </p:grpSpPr>
        <p:sp>
          <p:nvSpPr>
            <p:cNvPr id="1494" name="Google Shape;1494;p38"/>
            <p:cNvSpPr/>
            <p:nvPr/>
          </p:nvSpPr>
          <p:spPr>
            <a:xfrm>
              <a:off x="6368175" y="103161"/>
              <a:ext cx="4006263" cy="4749291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38"/>
            <p:cNvSpPr/>
            <p:nvPr/>
          </p:nvSpPr>
          <p:spPr>
            <a:xfrm>
              <a:off x="6711143" y="81300"/>
              <a:ext cx="2925190" cy="3057668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38"/>
            <p:cNvSpPr/>
            <p:nvPr/>
          </p:nvSpPr>
          <p:spPr>
            <a:xfrm>
              <a:off x="7243039" y="245650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38"/>
            <p:cNvSpPr/>
            <p:nvPr/>
          </p:nvSpPr>
          <p:spPr>
            <a:xfrm>
              <a:off x="6875804" y="622450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38"/>
            <p:cNvSpPr/>
            <p:nvPr/>
          </p:nvSpPr>
          <p:spPr>
            <a:xfrm>
              <a:off x="6573850" y="621225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499" name="Google Shape;1499;p38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6128138" y="-1301175"/>
              <a:ext cx="4198516" cy="32044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500" name="Google Shape;1500;p38"/>
            <p:cNvGrpSpPr/>
            <p:nvPr/>
          </p:nvGrpSpPr>
          <p:grpSpPr>
            <a:xfrm rot="5400000">
              <a:off x="7873341" y="4254316"/>
              <a:ext cx="708100" cy="708500"/>
              <a:chOff x="3678700" y="407275"/>
              <a:chExt cx="708100" cy="708500"/>
            </a:xfrm>
          </p:grpSpPr>
          <p:sp>
            <p:nvSpPr>
              <p:cNvPr id="1501" name="Google Shape;1501;p38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38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38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38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38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38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38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8" name="Google Shape;1508;p38"/>
            <p:cNvGrpSpPr/>
            <p:nvPr/>
          </p:nvGrpSpPr>
          <p:grpSpPr>
            <a:xfrm rot="5400000">
              <a:off x="8639847" y="3354200"/>
              <a:ext cx="457787" cy="458045"/>
              <a:chOff x="3678700" y="407275"/>
              <a:chExt cx="708100" cy="708500"/>
            </a:xfrm>
          </p:grpSpPr>
          <p:sp>
            <p:nvSpPr>
              <p:cNvPr id="1509" name="Google Shape;1509;p38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38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38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Google Shape;1512;p38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Google Shape;1513;p38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Google Shape;1514;p38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Google Shape;1515;p38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16" name="Google Shape;1516;p38"/>
            <p:cNvGrpSpPr/>
            <p:nvPr/>
          </p:nvGrpSpPr>
          <p:grpSpPr>
            <a:xfrm>
              <a:off x="7787267" y="539497"/>
              <a:ext cx="208184" cy="208184"/>
              <a:chOff x="8356813" y="1074288"/>
              <a:chExt cx="351900" cy="351900"/>
            </a:xfrm>
          </p:grpSpPr>
          <p:sp>
            <p:nvSpPr>
              <p:cNvPr id="1517" name="Google Shape;1517;p3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Google Shape;1518;p3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19" name="Google Shape;1519;p38"/>
            <p:cNvGrpSpPr/>
            <p:nvPr/>
          </p:nvGrpSpPr>
          <p:grpSpPr>
            <a:xfrm>
              <a:off x="7194842" y="2467660"/>
              <a:ext cx="208184" cy="208184"/>
              <a:chOff x="8356813" y="1074288"/>
              <a:chExt cx="351900" cy="351900"/>
            </a:xfrm>
          </p:grpSpPr>
          <p:sp>
            <p:nvSpPr>
              <p:cNvPr id="1520" name="Google Shape;1520;p3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3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22" name="Google Shape;1522;p38"/>
            <p:cNvSpPr/>
            <p:nvPr/>
          </p:nvSpPr>
          <p:spPr>
            <a:xfrm>
              <a:off x="7095150" y="4164050"/>
              <a:ext cx="147900" cy="14790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23" name="Google Shape;1523;p38"/>
          <p:cNvGrpSpPr/>
          <p:nvPr/>
        </p:nvGrpSpPr>
        <p:grpSpPr>
          <a:xfrm>
            <a:off x="796100" y="3019701"/>
            <a:ext cx="4558967" cy="134100"/>
            <a:chOff x="796100" y="3019701"/>
            <a:chExt cx="4558967" cy="134100"/>
          </a:xfrm>
        </p:grpSpPr>
        <p:sp>
          <p:nvSpPr>
            <p:cNvPr id="1524" name="Google Shape;1524;p38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25" name="Google Shape;1525;p38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26" name="Google Shape;1526;p38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" name="CasellaDiTesto 45">
            <a:extLst>
              <a:ext uri="{FF2B5EF4-FFF2-40B4-BE49-F238E27FC236}">
                <a16:creationId xmlns="" xmlns:a16="http://schemas.microsoft.com/office/drawing/2014/main" id="{B4BE4160-CD52-FE40-864F-FD9DC8AC5FFF}"/>
              </a:ext>
            </a:extLst>
          </p:cNvPr>
          <p:cNvSpPr txBox="1"/>
          <p:nvPr/>
        </p:nvSpPr>
        <p:spPr>
          <a:xfrm>
            <a:off x="2284285" y="4657141"/>
            <a:ext cx="506321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&lt;#docente#&gt;</a:t>
            </a:r>
          </a:p>
        </p:txBody>
      </p:sp>
      <p:sp>
        <p:nvSpPr>
          <p:cNvPr id="1485" name="Google Shape;1485;p38"/>
          <p:cNvSpPr txBox="1">
            <a:spLocks noGrp="1"/>
          </p:cNvSpPr>
          <p:nvPr>
            <p:ph type="subTitle" idx="1"/>
          </p:nvPr>
        </p:nvSpPr>
        <p:spPr>
          <a:xfrm>
            <a:off x="720000" y="3252375"/>
            <a:ext cx="7200150" cy="45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 err="1"/>
              <a:t>Fase</a:t>
            </a:r>
            <a:r>
              <a:rPr lang="en" sz="1800" dirty="0"/>
              <a:t> </a:t>
            </a:r>
            <a:r>
              <a:rPr lang="en" sz="1800" dirty="0" err="1"/>
              <a:t>esecutiva</a:t>
            </a:r>
            <a:endParaRPr sz="1800" dirty="0"/>
          </a:p>
        </p:txBody>
      </p:sp>
    </p:spTree>
    <p:extLst>
      <p:ext uri="{BB962C8B-B14F-4D97-AF65-F5344CB8AC3E}">
        <p14:creationId xmlns="" xmlns:p14="http://schemas.microsoft.com/office/powerpoint/2010/main" val="28522968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7" name="Google Shape;1667;p4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Metodo</a:t>
            </a:r>
            <a:endParaRPr dirty="0"/>
          </a:p>
        </p:txBody>
      </p:sp>
      <p:sp>
        <p:nvSpPr>
          <p:cNvPr id="1669" name="Google Shape;1669;p42"/>
          <p:cNvSpPr txBox="1">
            <a:spLocks noGrp="1"/>
          </p:cNvSpPr>
          <p:nvPr>
            <p:ph type="subTitle" idx="1"/>
          </p:nvPr>
        </p:nvSpPr>
        <p:spPr>
          <a:xfrm>
            <a:off x="440267" y="2044510"/>
            <a:ext cx="300284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/>
              <a:t>&lt;#</a:t>
            </a:r>
            <a:r>
              <a:rPr lang="en" sz="1100" dirty="0" err="1"/>
              <a:t>metodologie.metodologie</a:t>
            </a:r>
            <a:r>
              <a:rPr lang="en" sz="1100" dirty="0"/>
              <a:t>#&gt;</a:t>
            </a:r>
            <a:endParaRPr sz="1100" dirty="0"/>
          </a:p>
        </p:txBody>
      </p:sp>
      <p:sp>
        <p:nvSpPr>
          <p:cNvPr id="1670" name="Google Shape;1670;p42"/>
          <p:cNvSpPr txBox="1">
            <a:spLocks noGrp="1"/>
          </p:cNvSpPr>
          <p:nvPr>
            <p:ph type="subTitle" idx="2"/>
          </p:nvPr>
        </p:nvSpPr>
        <p:spPr>
          <a:xfrm>
            <a:off x="4149064" y="2102385"/>
            <a:ext cx="444148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/>
              <a:t>&lt;#</a:t>
            </a:r>
            <a:r>
              <a:rPr lang="en" sz="1100" dirty="0" err="1"/>
              <a:t>strumenti.strumento</a:t>
            </a:r>
            <a:r>
              <a:rPr lang="en" sz="1100" dirty="0"/>
              <a:t>#&gt;</a:t>
            </a:r>
            <a:endParaRPr sz="1100" dirty="0"/>
          </a:p>
        </p:txBody>
      </p:sp>
      <p:sp>
        <p:nvSpPr>
          <p:cNvPr id="1672" name="Google Shape;1672;p42"/>
          <p:cNvSpPr txBox="1">
            <a:spLocks noGrp="1"/>
          </p:cNvSpPr>
          <p:nvPr>
            <p:ph type="subTitle" idx="4"/>
          </p:nvPr>
        </p:nvSpPr>
        <p:spPr>
          <a:xfrm>
            <a:off x="863550" y="2044510"/>
            <a:ext cx="19818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Metodologie</a:t>
            </a:r>
            <a:endParaRPr lang="e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3" name="Google Shape;1673;p42"/>
          <p:cNvSpPr txBox="1">
            <a:spLocks noGrp="1"/>
          </p:cNvSpPr>
          <p:nvPr>
            <p:ph type="subTitle" idx="5"/>
          </p:nvPr>
        </p:nvSpPr>
        <p:spPr>
          <a:xfrm>
            <a:off x="4310552" y="1642210"/>
            <a:ext cx="3236782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Sussidiari</a:t>
            </a:r>
            <a:r>
              <a:rPr lang="en" dirty="0"/>
              <a:t> </a:t>
            </a:r>
            <a:r>
              <a:rPr lang="en" dirty="0" err="1"/>
              <a:t>didattici</a:t>
            </a:r>
            <a:endParaRPr dirty="0"/>
          </a:p>
        </p:txBody>
      </p:sp>
      <p:grpSp>
        <p:nvGrpSpPr>
          <p:cNvPr id="1674" name="Google Shape;1674;p42"/>
          <p:cNvGrpSpPr/>
          <p:nvPr/>
        </p:nvGrpSpPr>
        <p:grpSpPr>
          <a:xfrm>
            <a:off x="1606346" y="1175582"/>
            <a:ext cx="341227" cy="302177"/>
            <a:chOff x="713167" y="740543"/>
            <a:chExt cx="476707" cy="422153"/>
          </a:xfrm>
        </p:grpSpPr>
        <p:sp>
          <p:nvSpPr>
            <p:cNvPr id="1675" name="Google Shape;1675;p42"/>
            <p:cNvSpPr/>
            <p:nvPr/>
          </p:nvSpPr>
          <p:spPr>
            <a:xfrm>
              <a:off x="713167" y="740543"/>
              <a:ext cx="476707" cy="422153"/>
            </a:xfrm>
            <a:custGeom>
              <a:avLst/>
              <a:gdLst/>
              <a:ahLst/>
              <a:cxnLst/>
              <a:rect l="l" t="t" r="r" b="b"/>
              <a:pathLst>
                <a:path w="12583" h="11143" extrusionOk="0">
                  <a:moveTo>
                    <a:pt x="3671" y="1967"/>
                  </a:moveTo>
                  <a:lnTo>
                    <a:pt x="3671" y="4501"/>
                  </a:lnTo>
                  <a:cubicBezTo>
                    <a:pt x="3671" y="4596"/>
                    <a:pt x="3740" y="4681"/>
                    <a:pt x="3835" y="4691"/>
                  </a:cubicBezTo>
                  <a:cubicBezTo>
                    <a:pt x="3840" y="4691"/>
                    <a:pt x="3846" y="4691"/>
                    <a:pt x="3851" y="4691"/>
                  </a:cubicBezTo>
                  <a:cubicBezTo>
                    <a:pt x="3951" y="4691"/>
                    <a:pt x="4032" y="4609"/>
                    <a:pt x="4032" y="4507"/>
                  </a:cubicBezTo>
                  <a:lnTo>
                    <a:pt x="4032" y="1968"/>
                  </a:lnTo>
                  <a:lnTo>
                    <a:pt x="12223" y="1968"/>
                  </a:lnTo>
                  <a:lnTo>
                    <a:pt x="12223" y="10529"/>
                  </a:lnTo>
                  <a:lnTo>
                    <a:pt x="12222" y="10529"/>
                  </a:lnTo>
                  <a:cubicBezTo>
                    <a:pt x="12222" y="10667"/>
                    <a:pt x="12109" y="10780"/>
                    <a:pt x="11971" y="10780"/>
                  </a:cubicBezTo>
                  <a:lnTo>
                    <a:pt x="4030" y="10780"/>
                  </a:lnTo>
                  <a:lnTo>
                    <a:pt x="4030" y="5342"/>
                  </a:lnTo>
                  <a:cubicBezTo>
                    <a:pt x="4030" y="5254"/>
                    <a:pt x="3973" y="5174"/>
                    <a:pt x="3886" y="5157"/>
                  </a:cubicBezTo>
                  <a:cubicBezTo>
                    <a:pt x="3873" y="5154"/>
                    <a:pt x="3861" y="5153"/>
                    <a:pt x="3849" y="5153"/>
                  </a:cubicBezTo>
                  <a:cubicBezTo>
                    <a:pt x="3750" y="5153"/>
                    <a:pt x="3670" y="5236"/>
                    <a:pt x="3670" y="5337"/>
                  </a:cubicBezTo>
                  <a:lnTo>
                    <a:pt x="3670" y="10780"/>
                  </a:lnTo>
                  <a:lnTo>
                    <a:pt x="614" y="10780"/>
                  </a:lnTo>
                  <a:cubicBezTo>
                    <a:pt x="475" y="10780"/>
                    <a:pt x="362" y="10667"/>
                    <a:pt x="362" y="10529"/>
                  </a:cubicBezTo>
                  <a:lnTo>
                    <a:pt x="362" y="1967"/>
                  </a:lnTo>
                  <a:close/>
                  <a:moveTo>
                    <a:pt x="8476" y="1"/>
                  </a:moveTo>
                  <a:cubicBezTo>
                    <a:pt x="8476" y="1"/>
                    <a:pt x="8475" y="1"/>
                    <a:pt x="8474" y="1"/>
                  </a:cubicBezTo>
                  <a:lnTo>
                    <a:pt x="637" y="1"/>
                  </a:lnTo>
                  <a:cubicBezTo>
                    <a:pt x="295" y="1"/>
                    <a:pt x="16" y="278"/>
                    <a:pt x="0" y="622"/>
                  </a:cubicBezTo>
                  <a:lnTo>
                    <a:pt x="33" y="10521"/>
                  </a:lnTo>
                  <a:cubicBezTo>
                    <a:pt x="33" y="10865"/>
                    <a:pt x="310" y="11142"/>
                    <a:pt x="654" y="11142"/>
                  </a:cubicBezTo>
                  <a:lnTo>
                    <a:pt x="11961" y="11142"/>
                  </a:lnTo>
                  <a:cubicBezTo>
                    <a:pt x="12305" y="11142"/>
                    <a:pt x="12582" y="10865"/>
                    <a:pt x="12582" y="10521"/>
                  </a:cubicBezTo>
                  <a:lnTo>
                    <a:pt x="12582" y="623"/>
                  </a:lnTo>
                  <a:cubicBezTo>
                    <a:pt x="12582" y="278"/>
                    <a:pt x="12305" y="1"/>
                    <a:pt x="11964" y="1"/>
                  </a:cubicBezTo>
                  <a:lnTo>
                    <a:pt x="9348" y="1"/>
                  </a:lnTo>
                  <a:cubicBezTo>
                    <a:pt x="9253" y="1"/>
                    <a:pt x="9168" y="71"/>
                    <a:pt x="9159" y="165"/>
                  </a:cubicBezTo>
                  <a:cubicBezTo>
                    <a:pt x="9150" y="272"/>
                    <a:pt x="9234" y="361"/>
                    <a:pt x="9339" y="361"/>
                  </a:cubicBezTo>
                  <a:lnTo>
                    <a:pt x="11969" y="361"/>
                  </a:lnTo>
                  <a:cubicBezTo>
                    <a:pt x="12108" y="361"/>
                    <a:pt x="12221" y="474"/>
                    <a:pt x="12221" y="612"/>
                  </a:cubicBezTo>
                  <a:lnTo>
                    <a:pt x="12221" y="1574"/>
                  </a:lnTo>
                  <a:lnTo>
                    <a:pt x="360" y="1571"/>
                  </a:lnTo>
                  <a:lnTo>
                    <a:pt x="360" y="612"/>
                  </a:lnTo>
                  <a:cubicBezTo>
                    <a:pt x="360" y="474"/>
                    <a:pt x="472" y="361"/>
                    <a:pt x="611" y="361"/>
                  </a:cubicBezTo>
                  <a:lnTo>
                    <a:pt x="8474" y="361"/>
                  </a:lnTo>
                  <a:cubicBezTo>
                    <a:pt x="8474" y="361"/>
                    <a:pt x="8660" y="287"/>
                    <a:pt x="8660" y="184"/>
                  </a:cubicBezTo>
                  <a:cubicBezTo>
                    <a:pt x="8660" y="83"/>
                    <a:pt x="8578" y="1"/>
                    <a:pt x="84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42"/>
            <p:cNvSpPr/>
            <p:nvPr/>
          </p:nvSpPr>
          <p:spPr>
            <a:xfrm>
              <a:off x="756621" y="834914"/>
              <a:ext cx="37468" cy="13676"/>
            </a:xfrm>
            <a:custGeom>
              <a:avLst/>
              <a:gdLst/>
              <a:ahLst/>
              <a:cxnLst/>
              <a:rect l="l" t="t" r="r" b="b"/>
              <a:pathLst>
                <a:path w="989" h="361" extrusionOk="0">
                  <a:moveTo>
                    <a:pt x="198" y="0"/>
                  </a:moveTo>
                  <a:cubicBezTo>
                    <a:pt x="103" y="0"/>
                    <a:pt x="17" y="69"/>
                    <a:pt x="10" y="164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791" y="361"/>
                  </a:lnTo>
                  <a:cubicBezTo>
                    <a:pt x="886" y="361"/>
                    <a:pt x="972" y="290"/>
                    <a:pt x="979" y="196"/>
                  </a:cubicBezTo>
                  <a:cubicBezTo>
                    <a:pt x="989" y="89"/>
                    <a:pt x="905" y="0"/>
                    <a:pt x="8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42"/>
            <p:cNvSpPr/>
            <p:nvPr/>
          </p:nvSpPr>
          <p:spPr>
            <a:xfrm>
              <a:off x="756583" y="869617"/>
              <a:ext cx="37506" cy="13714"/>
            </a:xfrm>
            <a:custGeom>
              <a:avLst/>
              <a:gdLst/>
              <a:ahLst/>
              <a:cxnLst/>
              <a:rect l="l" t="t" r="r" b="b"/>
              <a:pathLst>
                <a:path w="990" h="362" extrusionOk="0">
                  <a:moveTo>
                    <a:pt x="198" y="1"/>
                  </a:moveTo>
                  <a:cubicBezTo>
                    <a:pt x="102" y="1"/>
                    <a:pt x="17" y="70"/>
                    <a:pt x="10" y="164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792" y="361"/>
                  </a:lnTo>
                  <a:cubicBezTo>
                    <a:pt x="887" y="361"/>
                    <a:pt x="973" y="291"/>
                    <a:pt x="980" y="197"/>
                  </a:cubicBezTo>
                  <a:cubicBezTo>
                    <a:pt x="990" y="91"/>
                    <a:pt x="906" y="1"/>
                    <a:pt x="8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42"/>
            <p:cNvSpPr/>
            <p:nvPr/>
          </p:nvSpPr>
          <p:spPr>
            <a:xfrm>
              <a:off x="756583" y="904395"/>
              <a:ext cx="37506" cy="13676"/>
            </a:xfrm>
            <a:custGeom>
              <a:avLst/>
              <a:gdLst/>
              <a:ahLst/>
              <a:cxnLst/>
              <a:rect l="l" t="t" r="r" b="b"/>
              <a:pathLst>
                <a:path w="990" h="361" extrusionOk="0">
                  <a:moveTo>
                    <a:pt x="198" y="0"/>
                  </a:moveTo>
                  <a:cubicBezTo>
                    <a:pt x="102" y="0"/>
                    <a:pt x="17" y="69"/>
                    <a:pt x="10" y="164"/>
                  </a:cubicBezTo>
                  <a:cubicBezTo>
                    <a:pt x="0" y="271"/>
                    <a:pt x="84" y="360"/>
                    <a:pt x="189" y="360"/>
                  </a:cubicBezTo>
                  <a:lnTo>
                    <a:pt x="792" y="360"/>
                  </a:lnTo>
                  <a:cubicBezTo>
                    <a:pt x="887" y="360"/>
                    <a:pt x="973" y="290"/>
                    <a:pt x="980" y="196"/>
                  </a:cubicBezTo>
                  <a:cubicBezTo>
                    <a:pt x="990" y="90"/>
                    <a:pt x="906" y="0"/>
                    <a:pt x="8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42"/>
            <p:cNvSpPr/>
            <p:nvPr/>
          </p:nvSpPr>
          <p:spPr>
            <a:xfrm>
              <a:off x="756621" y="939136"/>
              <a:ext cx="37468" cy="13676"/>
            </a:xfrm>
            <a:custGeom>
              <a:avLst/>
              <a:gdLst/>
              <a:ahLst/>
              <a:cxnLst/>
              <a:rect l="l" t="t" r="r" b="b"/>
              <a:pathLst>
                <a:path w="989" h="361" extrusionOk="0">
                  <a:moveTo>
                    <a:pt x="198" y="1"/>
                  </a:moveTo>
                  <a:cubicBezTo>
                    <a:pt x="103" y="1"/>
                    <a:pt x="17" y="71"/>
                    <a:pt x="10" y="165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791" y="361"/>
                  </a:lnTo>
                  <a:cubicBezTo>
                    <a:pt x="886" y="361"/>
                    <a:pt x="972" y="292"/>
                    <a:pt x="979" y="198"/>
                  </a:cubicBezTo>
                  <a:cubicBezTo>
                    <a:pt x="989" y="90"/>
                    <a:pt x="905" y="1"/>
                    <a:pt x="8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42"/>
            <p:cNvSpPr/>
            <p:nvPr/>
          </p:nvSpPr>
          <p:spPr>
            <a:xfrm>
              <a:off x="756583" y="975164"/>
              <a:ext cx="37506" cy="13676"/>
            </a:xfrm>
            <a:custGeom>
              <a:avLst/>
              <a:gdLst/>
              <a:ahLst/>
              <a:cxnLst/>
              <a:rect l="l" t="t" r="r" b="b"/>
              <a:pathLst>
                <a:path w="990" h="361" extrusionOk="0">
                  <a:moveTo>
                    <a:pt x="198" y="1"/>
                  </a:moveTo>
                  <a:cubicBezTo>
                    <a:pt x="102" y="1"/>
                    <a:pt x="17" y="70"/>
                    <a:pt x="10" y="164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792" y="361"/>
                  </a:lnTo>
                  <a:cubicBezTo>
                    <a:pt x="887" y="361"/>
                    <a:pt x="973" y="291"/>
                    <a:pt x="980" y="195"/>
                  </a:cubicBezTo>
                  <a:cubicBezTo>
                    <a:pt x="990" y="90"/>
                    <a:pt x="906" y="1"/>
                    <a:pt x="8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42"/>
            <p:cNvSpPr/>
            <p:nvPr/>
          </p:nvSpPr>
          <p:spPr>
            <a:xfrm>
              <a:off x="756621" y="1009905"/>
              <a:ext cx="37468" cy="13676"/>
            </a:xfrm>
            <a:custGeom>
              <a:avLst/>
              <a:gdLst/>
              <a:ahLst/>
              <a:cxnLst/>
              <a:rect l="l" t="t" r="r" b="b"/>
              <a:pathLst>
                <a:path w="989" h="361" extrusionOk="0">
                  <a:moveTo>
                    <a:pt x="198" y="0"/>
                  </a:moveTo>
                  <a:cubicBezTo>
                    <a:pt x="103" y="0"/>
                    <a:pt x="17" y="69"/>
                    <a:pt x="10" y="164"/>
                  </a:cubicBezTo>
                  <a:cubicBezTo>
                    <a:pt x="0" y="271"/>
                    <a:pt x="84" y="360"/>
                    <a:pt x="189" y="360"/>
                  </a:cubicBezTo>
                  <a:lnTo>
                    <a:pt x="791" y="360"/>
                  </a:lnTo>
                  <a:cubicBezTo>
                    <a:pt x="886" y="360"/>
                    <a:pt x="972" y="290"/>
                    <a:pt x="979" y="196"/>
                  </a:cubicBezTo>
                  <a:cubicBezTo>
                    <a:pt x="989" y="90"/>
                    <a:pt x="905" y="0"/>
                    <a:pt x="8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42"/>
            <p:cNvSpPr/>
            <p:nvPr/>
          </p:nvSpPr>
          <p:spPr>
            <a:xfrm>
              <a:off x="756583" y="1044645"/>
              <a:ext cx="37506" cy="13714"/>
            </a:xfrm>
            <a:custGeom>
              <a:avLst/>
              <a:gdLst/>
              <a:ahLst/>
              <a:cxnLst/>
              <a:rect l="l" t="t" r="r" b="b"/>
              <a:pathLst>
                <a:path w="990" h="362" extrusionOk="0">
                  <a:moveTo>
                    <a:pt x="198" y="1"/>
                  </a:moveTo>
                  <a:cubicBezTo>
                    <a:pt x="102" y="1"/>
                    <a:pt x="17" y="70"/>
                    <a:pt x="10" y="166"/>
                  </a:cubicBezTo>
                  <a:cubicBezTo>
                    <a:pt x="0" y="273"/>
                    <a:pt x="84" y="362"/>
                    <a:pt x="189" y="362"/>
                  </a:cubicBezTo>
                  <a:lnTo>
                    <a:pt x="792" y="362"/>
                  </a:lnTo>
                  <a:cubicBezTo>
                    <a:pt x="887" y="362"/>
                    <a:pt x="973" y="293"/>
                    <a:pt x="980" y="199"/>
                  </a:cubicBezTo>
                  <a:cubicBezTo>
                    <a:pt x="990" y="91"/>
                    <a:pt x="906" y="1"/>
                    <a:pt x="8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42"/>
            <p:cNvSpPr/>
            <p:nvPr/>
          </p:nvSpPr>
          <p:spPr>
            <a:xfrm>
              <a:off x="756621" y="1079424"/>
              <a:ext cx="37468" cy="13676"/>
            </a:xfrm>
            <a:custGeom>
              <a:avLst/>
              <a:gdLst/>
              <a:ahLst/>
              <a:cxnLst/>
              <a:rect l="l" t="t" r="r" b="b"/>
              <a:pathLst>
                <a:path w="989" h="361" extrusionOk="0">
                  <a:moveTo>
                    <a:pt x="198" y="0"/>
                  </a:moveTo>
                  <a:cubicBezTo>
                    <a:pt x="103" y="0"/>
                    <a:pt x="17" y="70"/>
                    <a:pt x="10" y="165"/>
                  </a:cubicBezTo>
                  <a:cubicBezTo>
                    <a:pt x="0" y="271"/>
                    <a:pt x="84" y="360"/>
                    <a:pt x="189" y="360"/>
                  </a:cubicBezTo>
                  <a:lnTo>
                    <a:pt x="791" y="360"/>
                  </a:lnTo>
                  <a:cubicBezTo>
                    <a:pt x="886" y="360"/>
                    <a:pt x="972" y="291"/>
                    <a:pt x="979" y="197"/>
                  </a:cubicBezTo>
                  <a:cubicBezTo>
                    <a:pt x="989" y="89"/>
                    <a:pt x="905" y="0"/>
                    <a:pt x="8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42"/>
            <p:cNvSpPr/>
            <p:nvPr/>
          </p:nvSpPr>
          <p:spPr>
            <a:xfrm>
              <a:off x="756621" y="1114202"/>
              <a:ext cx="37468" cy="13639"/>
            </a:xfrm>
            <a:custGeom>
              <a:avLst/>
              <a:gdLst/>
              <a:ahLst/>
              <a:cxnLst/>
              <a:rect l="l" t="t" r="r" b="b"/>
              <a:pathLst>
                <a:path w="989" h="360" extrusionOk="0">
                  <a:moveTo>
                    <a:pt x="198" y="1"/>
                  </a:moveTo>
                  <a:cubicBezTo>
                    <a:pt x="103" y="1"/>
                    <a:pt x="17" y="70"/>
                    <a:pt x="10" y="164"/>
                  </a:cubicBezTo>
                  <a:cubicBezTo>
                    <a:pt x="0" y="271"/>
                    <a:pt x="84" y="360"/>
                    <a:pt x="189" y="360"/>
                  </a:cubicBezTo>
                  <a:lnTo>
                    <a:pt x="791" y="360"/>
                  </a:lnTo>
                  <a:cubicBezTo>
                    <a:pt x="886" y="360"/>
                    <a:pt x="972" y="291"/>
                    <a:pt x="979" y="196"/>
                  </a:cubicBezTo>
                  <a:cubicBezTo>
                    <a:pt x="989" y="90"/>
                    <a:pt x="905" y="1"/>
                    <a:pt x="8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42"/>
            <p:cNvSpPr/>
            <p:nvPr/>
          </p:nvSpPr>
          <p:spPr>
            <a:xfrm>
              <a:off x="931309" y="834497"/>
              <a:ext cx="43681" cy="84029"/>
            </a:xfrm>
            <a:custGeom>
              <a:avLst/>
              <a:gdLst/>
              <a:ahLst/>
              <a:cxnLst/>
              <a:rect l="l" t="t" r="r" b="b"/>
              <a:pathLst>
                <a:path w="1153" h="2218" extrusionOk="0">
                  <a:moveTo>
                    <a:pt x="944" y="0"/>
                  </a:moveTo>
                  <a:cubicBezTo>
                    <a:pt x="870" y="0"/>
                    <a:pt x="800" y="45"/>
                    <a:pt x="772" y="117"/>
                  </a:cubicBezTo>
                  <a:lnTo>
                    <a:pt x="37" y="1965"/>
                  </a:lnTo>
                  <a:cubicBezTo>
                    <a:pt x="1" y="2059"/>
                    <a:pt x="46" y="2166"/>
                    <a:pt x="140" y="2204"/>
                  </a:cubicBezTo>
                  <a:cubicBezTo>
                    <a:pt x="163" y="2213"/>
                    <a:pt x="186" y="2217"/>
                    <a:pt x="208" y="2217"/>
                  </a:cubicBezTo>
                  <a:cubicBezTo>
                    <a:pt x="281" y="2217"/>
                    <a:pt x="352" y="2173"/>
                    <a:pt x="380" y="2101"/>
                  </a:cubicBezTo>
                  <a:lnTo>
                    <a:pt x="1114" y="253"/>
                  </a:lnTo>
                  <a:cubicBezTo>
                    <a:pt x="1153" y="159"/>
                    <a:pt x="1106" y="52"/>
                    <a:pt x="1011" y="13"/>
                  </a:cubicBezTo>
                  <a:cubicBezTo>
                    <a:pt x="989" y="5"/>
                    <a:pt x="966" y="0"/>
                    <a:pt x="94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42"/>
            <p:cNvSpPr/>
            <p:nvPr/>
          </p:nvSpPr>
          <p:spPr>
            <a:xfrm>
              <a:off x="985598" y="837869"/>
              <a:ext cx="34097" cy="77248"/>
            </a:xfrm>
            <a:custGeom>
              <a:avLst/>
              <a:gdLst/>
              <a:ahLst/>
              <a:cxnLst/>
              <a:rect l="l" t="t" r="r" b="b"/>
              <a:pathLst>
                <a:path w="900" h="2039" extrusionOk="0">
                  <a:moveTo>
                    <a:pt x="212" y="0"/>
                  </a:moveTo>
                  <a:cubicBezTo>
                    <a:pt x="180" y="0"/>
                    <a:pt x="147" y="9"/>
                    <a:pt x="118" y="27"/>
                  </a:cubicBezTo>
                  <a:cubicBezTo>
                    <a:pt x="30" y="79"/>
                    <a:pt x="3" y="193"/>
                    <a:pt x="55" y="279"/>
                  </a:cubicBezTo>
                  <a:lnTo>
                    <a:pt x="492" y="1004"/>
                  </a:lnTo>
                  <a:lnTo>
                    <a:pt x="53" y="1762"/>
                  </a:lnTo>
                  <a:cubicBezTo>
                    <a:pt x="0" y="1850"/>
                    <a:pt x="31" y="1964"/>
                    <a:pt x="119" y="2014"/>
                  </a:cubicBezTo>
                  <a:cubicBezTo>
                    <a:pt x="147" y="2032"/>
                    <a:pt x="181" y="2039"/>
                    <a:pt x="212" y="2039"/>
                  </a:cubicBezTo>
                  <a:cubicBezTo>
                    <a:pt x="276" y="2039"/>
                    <a:pt x="338" y="2007"/>
                    <a:pt x="371" y="1948"/>
                  </a:cubicBezTo>
                  <a:lnTo>
                    <a:pt x="865" y="1095"/>
                  </a:lnTo>
                  <a:cubicBezTo>
                    <a:pt x="899" y="1038"/>
                    <a:pt x="898" y="965"/>
                    <a:pt x="863" y="908"/>
                  </a:cubicBezTo>
                  <a:lnTo>
                    <a:pt x="370" y="90"/>
                  </a:lnTo>
                  <a:cubicBezTo>
                    <a:pt x="336" y="32"/>
                    <a:pt x="275" y="0"/>
                    <a:pt x="2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87;p42"/>
            <p:cNvSpPr/>
            <p:nvPr/>
          </p:nvSpPr>
          <p:spPr>
            <a:xfrm>
              <a:off x="886605" y="837869"/>
              <a:ext cx="34021" cy="77248"/>
            </a:xfrm>
            <a:custGeom>
              <a:avLst/>
              <a:gdLst/>
              <a:ahLst/>
              <a:cxnLst/>
              <a:rect l="l" t="t" r="r" b="b"/>
              <a:pathLst>
                <a:path w="898" h="2039" extrusionOk="0">
                  <a:moveTo>
                    <a:pt x="687" y="0"/>
                  </a:moveTo>
                  <a:cubicBezTo>
                    <a:pt x="624" y="0"/>
                    <a:pt x="564" y="32"/>
                    <a:pt x="529" y="90"/>
                  </a:cubicBezTo>
                  <a:lnTo>
                    <a:pt x="36" y="908"/>
                  </a:lnTo>
                  <a:cubicBezTo>
                    <a:pt x="2" y="965"/>
                    <a:pt x="0" y="1038"/>
                    <a:pt x="35" y="1095"/>
                  </a:cubicBezTo>
                  <a:lnTo>
                    <a:pt x="528" y="1948"/>
                  </a:lnTo>
                  <a:cubicBezTo>
                    <a:pt x="563" y="2007"/>
                    <a:pt x="623" y="2039"/>
                    <a:pt x="688" y="2039"/>
                  </a:cubicBezTo>
                  <a:cubicBezTo>
                    <a:pt x="720" y="2039"/>
                    <a:pt x="751" y="2031"/>
                    <a:pt x="780" y="2014"/>
                  </a:cubicBezTo>
                  <a:cubicBezTo>
                    <a:pt x="868" y="1964"/>
                    <a:pt x="898" y="1850"/>
                    <a:pt x="847" y="1762"/>
                  </a:cubicBezTo>
                  <a:lnTo>
                    <a:pt x="408" y="1005"/>
                  </a:lnTo>
                  <a:lnTo>
                    <a:pt x="846" y="279"/>
                  </a:lnTo>
                  <a:cubicBezTo>
                    <a:pt x="898" y="191"/>
                    <a:pt x="870" y="79"/>
                    <a:pt x="783" y="27"/>
                  </a:cubicBezTo>
                  <a:cubicBezTo>
                    <a:pt x="753" y="9"/>
                    <a:pt x="719" y="0"/>
                    <a:pt x="6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1688;p42"/>
            <p:cNvSpPr/>
            <p:nvPr/>
          </p:nvSpPr>
          <p:spPr>
            <a:xfrm>
              <a:off x="886643" y="939136"/>
              <a:ext cx="173097" cy="13676"/>
            </a:xfrm>
            <a:custGeom>
              <a:avLst/>
              <a:gdLst/>
              <a:ahLst/>
              <a:cxnLst/>
              <a:rect l="l" t="t" r="r" b="b"/>
              <a:pathLst>
                <a:path w="4569" h="361" extrusionOk="0">
                  <a:moveTo>
                    <a:pt x="200" y="1"/>
                  </a:moveTo>
                  <a:cubicBezTo>
                    <a:pt x="104" y="1"/>
                    <a:pt x="19" y="71"/>
                    <a:pt x="10" y="165"/>
                  </a:cubicBezTo>
                  <a:cubicBezTo>
                    <a:pt x="0" y="272"/>
                    <a:pt x="87" y="361"/>
                    <a:pt x="193" y="361"/>
                  </a:cubicBezTo>
                  <a:lnTo>
                    <a:pt x="4370" y="361"/>
                  </a:lnTo>
                  <a:cubicBezTo>
                    <a:pt x="4465" y="361"/>
                    <a:pt x="4550" y="292"/>
                    <a:pt x="4559" y="198"/>
                  </a:cubicBezTo>
                  <a:cubicBezTo>
                    <a:pt x="4569" y="90"/>
                    <a:pt x="4484" y="1"/>
                    <a:pt x="43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42"/>
            <p:cNvSpPr/>
            <p:nvPr/>
          </p:nvSpPr>
          <p:spPr>
            <a:xfrm>
              <a:off x="887135" y="975126"/>
              <a:ext cx="44629" cy="13714"/>
            </a:xfrm>
            <a:custGeom>
              <a:avLst/>
              <a:gdLst/>
              <a:ahLst/>
              <a:cxnLst/>
              <a:rect l="l" t="t" r="r" b="b"/>
              <a:pathLst>
                <a:path w="1178" h="362" extrusionOk="0">
                  <a:moveTo>
                    <a:pt x="199" y="1"/>
                  </a:moveTo>
                  <a:cubicBezTo>
                    <a:pt x="104" y="1"/>
                    <a:pt x="18" y="70"/>
                    <a:pt x="10" y="164"/>
                  </a:cubicBezTo>
                  <a:cubicBezTo>
                    <a:pt x="1" y="273"/>
                    <a:pt x="85" y="362"/>
                    <a:pt x="190" y="362"/>
                  </a:cubicBezTo>
                  <a:lnTo>
                    <a:pt x="979" y="362"/>
                  </a:lnTo>
                  <a:cubicBezTo>
                    <a:pt x="1075" y="362"/>
                    <a:pt x="1159" y="292"/>
                    <a:pt x="1168" y="196"/>
                  </a:cubicBezTo>
                  <a:cubicBezTo>
                    <a:pt x="1177" y="90"/>
                    <a:pt x="1093" y="1"/>
                    <a:pt x="9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42"/>
            <p:cNvSpPr/>
            <p:nvPr/>
          </p:nvSpPr>
          <p:spPr>
            <a:xfrm>
              <a:off x="954608" y="975164"/>
              <a:ext cx="44591" cy="13676"/>
            </a:xfrm>
            <a:custGeom>
              <a:avLst/>
              <a:gdLst/>
              <a:ahLst/>
              <a:cxnLst/>
              <a:rect l="l" t="t" r="r" b="b"/>
              <a:pathLst>
                <a:path w="1177" h="361" extrusionOk="0">
                  <a:moveTo>
                    <a:pt x="198" y="1"/>
                  </a:moveTo>
                  <a:cubicBezTo>
                    <a:pt x="103" y="1"/>
                    <a:pt x="17" y="70"/>
                    <a:pt x="10" y="164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979" y="361"/>
                  </a:lnTo>
                  <a:cubicBezTo>
                    <a:pt x="1074" y="361"/>
                    <a:pt x="1159" y="291"/>
                    <a:pt x="1167" y="195"/>
                  </a:cubicBezTo>
                  <a:cubicBezTo>
                    <a:pt x="1177" y="90"/>
                    <a:pt x="1093" y="1"/>
                    <a:pt x="9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42"/>
            <p:cNvSpPr/>
            <p:nvPr/>
          </p:nvSpPr>
          <p:spPr>
            <a:xfrm>
              <a:off x="999199" y="1009943"/>
              <a:ext cx="44553" cy="13676"/>
            </a:xfrm>
            <a:custGeom>
              <a:avLst/>
              <a:gdLst/>
              <a:ahLst/>
              <a:cxnLst/>
              <a:rect l="l" t="t" r="r" b="b"/>
              <a:pathLst>
                <a:path w="1176" h="361" extrusionOk="0">
                  <a:moveTo>
                    <a:pt x="199" y="0"/>
                  </a:moveTo>
                  <a:cubicBezTo>
                    <a:pt x="102" y="0"/>
                    <a:pt x="17" y="69"/>
                    <a:pt x="10" y="164"/>
                  </a:cubicBezTo>
                  <a:cubicBezTo>
                    <a:pt x="1" y="270"/>
                    <a:pt x="84" y="360"/>
                    <a:pt x="189" y="360"/>
                  </a:cubicBezTo>
                  <a:lnTo>
                    <a:pt x="979" y="360"/>
                  </a:lnTo>
                  <a:cubicBezTo>
                    <a:pt x="1074" y="360"/>
                    <a:pt x="1159" y="290"/>
                    <a:pt x="1167" y="197"/>
                  </a:cubicBezTo>
                  <a:cubicBezTo>
                    <a:pt x="1176" y="89"/>
                    <a:pt x="1092" y="0"/>
                    <a:pt x="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42"/>
            <p:cNvSpPr/>
            <p:nvPr/>
          </p:nvSpPr>
          <p:spPr>
            <a:xfrm>
              <a:off x="999199" y="1079424"/>
              <a:ext cx="44553" cy="13676"/>
            </a:xfrm>
            <a:custGeom>
              <a:avLst/>
              <a:gdLst/>
              <a:ahLst/>
              <a:cxnLst/>
              <a:rect l="l" t="t" r="r" b="b"/>
              <a:pathLst>
                <a:path w="1176" h="361" extrusionOk="0">
                  <a:moveTo>
                    <a:pt x="199" y="0"/>
                  </a:moveTo>
                  <a:cubicBezTo>
                    <a:pt x="102" y="0"/>
                    <a:pt x="17" y="70"/>
                    <a:pt x="10" y="165"/>
                  </a:cubicBezTo>
                  <a:cubicBezTo>
                    <a:pt x="1" y="271"/>
                    <a:pt x="84" y="360"/>
                    <a:pt x="189" y="360"/>
                  </a:cubicBezTo>
                  <a:lnTo>
                    <a:pt x="979" y="360"/>
                  </a:lnTo>
                  <a:cubicBezTo>
                    <a:pt x="1074" y="360"/>
                    <a:pt x="1159" y="291"/>
                    <a:pt x="1167" y="197"/>
                  </a:cubicBezTo>
                  <a:cubicBezTo>
                    <a:pt x="1176" y="89"/>
                    <a:pt x="1092" y="0"/>
                    <a:pt x="9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42"/>
            <p:cNvSpPr/>
            <p:nvPr/>
          </p:nvSpPr>
          <p:spPr>
            <a:xfrm>
              <a:off x="887741" y="1114202"/>
              <a:ext cx="95432" cy="13639"/>
            </a:xfrm>
            <a:custGeom>
              <a:avLst/>
              <a:gdLst/>
              <a:ahLst/>
              <a:cxnLst/>
              <a:rect l="l" t="t" r="r" b="b"/>
              <a:pathLst>
                <a:path w="2519" h="360" extrusionOk="0">
                  <a:moveTo>
                    <a:pt x="199" y="1"/>
                  </a:moveTo>
                  <a:cubicBezTo>
                    <a:pt x="103" y="1"/>
                    <a:pt x="17" y="70"/>
                    <a:pt x="10" y="164"/>
                  </a:cubicBezTo>
                  <a:cubicBezTo>
                    <a:pt x="1" y="271"/>
                    <a:pt x="84" y="360"/>
                    <a:pt x="189" y="360"/>
                  </a:cubicBezTo>
                  <a:lnTo>
                    <a:pt x="2321" y="360"/>
                  </a:lnTo>
                  <a:cubicBezTo>
                    <a:pt x="2416" y="360"/>
                    <a:pt x="2502" y="291"/>
                    <a:pt x="2509" y="196"/>
                  </a:cubicBezTo>
                  <a:cubicBezTo>
                    <a:pt x="2519" y="90"/>
                    <a:pt x="2435" y="1"/>
                    <a:pt x="23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42"/>
            <p:cNvSpPr/>
            <p:nvPr/>
          </p:nvSpPr>
          <p:spPr>
            <a:xfrm>
              <a:off x="887741" y="1009943"/>
              <a:ext cx="95394" cy="13676"/>
            </a:xfrm>
            <a:custGeom>
              <a:avLst/>
              <a:gdLst/>
              <a:ahLst/>
              <a:cxnLst/>
              <a:rect l="l" t="t" r="r" b="b"/>
              <a:pathLst>
                <a:path w="2518" h="361" extrusionOk="0">
                  <a:moveTo>
                    <a:pt x="199" y="0"/>
                  </a:moveTo>
                  <a:cubicBezTo>
                    <a:pt x="103" y="0"/>
                    <a:pt x="17" y="69"/>
                    <a:pt x="10" y="164"/>
                  </a:cubicBezTo>
                  <a:cubicBezTo>
                    <a:pt x="1" y="270"/>
                    <a:pt x="84" y="360"/>
                    <a:pt x="189" y="360"/>
                  </a:cubicBezTo>
                  <a:lnTo>
                    <a:pt x="2320" y="360"/>
                  </a:lnTo>
                  <a:cubicBezTo>
                    <a:pt x="2415" y="360"/>
                    <a:pt x="2500" y="290"/>
                    <a:pt x="2508" y="197"/>
                  </a:cubicBezTo>
                  <a:cubicBezTo>
                    <a:pt x="2517" y="89"/>
                    <a:pt x="2433" y="0"/>
                    <a:pt x="23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42"/>
            <p:cNvSpPr/>
            <p:nvPr/>
          </p:nvSpPr>
          <p:spPr>
            <a:xfrm>
              <a:off x="1059777" y="1009943"/>
              <a:ext cx="95432" cy="13676"/>
            </a:xfrm>
            <a:custGeom>
              <a:avLst/>
              <a:gdLst/>
              <a:ahLst/>
              <a:cxnLst/>
              <a:rect l="l" t="t" r="r" b="b"/>
              <a:pathLst>
                <a:path w="2519" h="361" extrusionOk="0">
                  <a:moveTo>
                    <a:pt x="200" y="0"/>
                  </a:moveTo>
                  <a:cubicBezTo>
                    <a:pt x="105" y="0"/>
                    <a:pt x="20" y="69"/>
                    <a:pt x="11" y="164"/>
                  </a:cubicBezTo>
                  <a:cubicBezTo>
                    <a:pt x="1" y="270"/>
                    <a:pt x="87" y="360"/>
                    <a:pt x="192" y="360"/>
                  </a:cubicBezTo>
                  <a:lnTo>
                    <a:pt x="2321" y="360"/>
                  </a:lnTo>
                  <a:cubicBezTo>
                    <a:pt x="2416" y="360"/>
                    <a:pt x="2502" y="290"/>
                    <a:pt x="2509" y="197"/>
                  </a:cubicBezTo>
                  <a:cubicBezTo>
                    <a:pt x="2519" y="89"/>
                    <a:pt x="2435" y="0"/>
                    <a:pt x="23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42"/>
            <p:cNvSpPr/>
            <p:nvPr/>
          </p:nvSpPr>
          <p:spPr>
            <a:xfrm>
              <a:off x="886984" y="1044645"/>
              <a:ext cx="32695" cy="13714"/>
            </a:xfrm>
            <a:custGeom>
              <a:avLst/>
              <a:gdLst/>
              <a:ahLst/>
              <a:cxnLst/>
              <a:rect l="l" t="t" r="r" b="b"/>
              <a:pathLst>
                <a:path w="863" h="362" extrusionOk="0">
                  <a:moveTo>
                    <a:pt x="202" y="1"/>
                  </a:moveTo>
                  <a:cubicBezTo>
                    <a:pt x="106" y="1"/>
                    <a:pt x="21" y="70"/>
                    <a:pt x="13" y="164"/>
                  </a:cubicBezTo>
                  <a:cubicBezTo>
                    <a:pt x="1" y="272"/>
                    <a:pt x="85" y="362"/>
                    <a:pt x="191" y="362"/>
                  </a:cubicBezTo>
                  <a:lnTo>
                    <a:pt x="665" y="362"/>
                  </a:lnTo>
                  <a:cubicBezTo>
                    <a:pt x="760" y="362"/>
                    <a:pt x="846" y="293"/>
                    <a:pt x="853" y="197"/>
                  </a:cubicBezTo>
                  <a:cubicBezTo>
                    <a:pt x="863" y="90"/>
                    <a:pt x="779" y="1"/>
                    <a:pt x="6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42"/>
            <p:cNvSpPr/>
            <p:nvPr/>
          </p:nvSpPr>
          <p:spPr>
            <a:xfrm>
              <a:off x="935325" y="1044645"/>
              <a:ext cx="161996" cy="13714"/>
            </a:xfrm>
            <a:custGeom>
              <a:avLst/>
              <a:gdLst/>
              <a:ahLst/>
              <a:cxnLst/>
              <a:rect l="l" t="t" r="r" b="b"/>
              <a:pathLst>
                <a:path w="4276" h="362" extrusionOk="0">
                  <a:moveTo>
                    <a:pt x="198" y="1"/>
                  </a:moveTo>
                  <a:cubicBezTo>
                    <a:pt x="102" y="1"/>
                    <a:pt x="17" y="70"/>
                    <a:pt x="10" y="166"/>
                  </a:cubicBezTo>
                  <a:cubicBezTo>
                    <a:pt x="0" y="273"/>
                    <a:pt x="84" y="362"/>
                    <a:pt x="189" y="362"/>
                  </a:cubicBezTo>
                  <a:lnTo>
                    <a:pt x="4077" y="362"/>
                  </a:lnTo>
                  <a:cubicBezTo>
                    <a:pt x="4173" y="362"/>
                    <a:pt x="4258" y="293"/>
                    <a:pt x="4265" y="199"/>
                  </a:cubicBezTo>
                  <a:cubicBezTo>
                    <a:pt x="4276" y="91"/>
                    <a:pt x="4191" y="1"/>
                    <a:pt x="408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42"/>
            <p:cNvSpPr/>
            <p:nvPr/>
          </p:nvSpPr>
          <p:spPr>
            <a:xfrm>
              <a:off x="887741" y="1079424"/>
              <a:ext cx="95394" cy="13676"/>
            </a:xfrm>
            <a:custGeom>
              <a:avLst/>
              <a:gdLst/>
              <a:ahLst/>
              <a:cxnLst/>
              <a:rect l="l" t="t" r="r" b="b"/>
              <a:pathLst>
                <a:path w="2518" h="361" extrusionOk="0">
                  <a:moveTo>
                    <a:pt x="199" y="0"/>
                  </a:moveTo>
                  <a:cubicBezTo>
                    <a:pt x="103" y="0"/>
                    <a:pt x="17" y="70"/>
                    <a:pt x="10" y="165"/>
                  </a:cubicBezTo>
                  <a:cubicBezTo>
                    <a:pt x="1" y="271"/>
                    <a:pt x="84" y="360"/>
                    <a:pt x="189" y="360"/>
                  </a:cubicBezTo>
                  <a:lnTo>
                    <a:pt x="2320" y="360"/>
                  </a:lnTo>
                  <a:cubicBezTo>
                    <a:pt x="2415" y="360"/>
                    <a:pt x="2500" y="291"/>
                    <a:pt x="2508" y="197"/>
                  </a:cubicBezTo>
                  <a:cubicBezTo>
                    <a:pt x="2517" y="89"/>
                    <a:pt x="2433" y="0"/>
                    <a:pt x="23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99" name="Google Shape;1699;p42"/>
          <p:cNvGrpSpPr/>
          <p:nvPr/>
        </p:nvGrpSpPr>
        <p:grpSpPr>
          <a:xfrm>
            <a:off x="5197836" y="1201704"/>
            <a:ext cx="341661" cy="290896"/>
            <a:chOff x="2335403" y="748460"/>
            <a:chExt cx="477313" cy="406392"/>
          </a:xfrm>
        </p:grpSpPr>
        <p:sp>
          <p:nvSpPr>
            <p:cNvPr id="1700" name="Google Shape;1700;p42"/>
            <p:cNvSpPr/>
            <p:nvPr/>
          </p:nvSpPr>
          <p:spPr>
            <a:xfrm>
              <a:off x="2419697" y="928793"/>
              <a:ext cx="35044" cy="13676"/>
            </a:xfrm>
            <a:custGeom>
              <a:avLst/>
              <a:gdLst/>
              <a:ahLst/>
              <a:cxnLst/>
              <a:rect l="l" t="t" r="r" b="b"/>
              <a:pathLst>
                <a:path w="925" h="361" extrusionOk="0">
                  <a:moveTo>
                    <a:pt x="199" y="0"/>
                  </a:moveTo>
                  <a:cubicBezTo>
                    <a:pt x="102" y="0"/>
                    <a:pt x="17" y="69"/>
                    <a:pt x="10" y="164"/>
                  </a:cubicBezTo>
                  <a:cubicBezTo>
                    <a:pt x="1" y="272"/>
                    <a:pt x="85" y="361"/>
                    <a:pt x="189" y="361"/>
                  </a:cubicBezTo>
                  <a:lnTo>
                    <a:pt x="728" y="361"/>
                  </a:lnTo>
                  <a:cubicBezTo>
                    <a:pt x="823" y="361"/>
                    <a:pt x="908" y="291"/>
                    <a:pt x="916" y="197"/>
                  </a:cubicBezTo>
                  <a:cubicBezTo>
                    <a:pt x="924" y="89"/>
                    <a:pt x="841" y="0"/>
                    <a:pt x="7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42"/>
            <p:cNvSpPr/>
            <p:nvPr/>
          </p:nvSpPr>
          <p:spPr>
            <a:xfrm>
              <a:off x="2466106" y="928793"/>
              <a:ext cx="51713" cy="13676"/>
            </a:xfrm>
            <a:custGeom>
              <a:avLst/>
              <a:gdLst/>
              <a:ahLst/>
              <a:cxnLst/>
              <a:rect l="l" t="t" r="r" b="b"/>
              <a:pathLst>
                <a:path w="1365" h="361" extrusionOk="0">
                  <a:moveTo>
                    <a:pt x="197" y="0"/>
                  </a:moveTo>
                  <a:cubicBezTo>
                    <a:pt x="102" y="0"/>
                    <a:pt x="17" y="69"/>
                    <a:pt x="8" y="164"/>
                  </a:cubicBezTo>
                  <a:cubicBezTo>
                    <a:pt x="0" y="272"/>
                    <a:pt x="84" y="361"/>
                    <a:pt x="189" y="361"/>
                  </a:cubicBezTo>
                  <a:lnTo>
                    <a:pt x="1166" y="361"/>
                  </a:lnTo>
                  <a:cubicBezTo>
                    <a:pt x="1262" y="361"/>
                    <a:pt x="1347" y="291"/>
                    <a:pt x="1354" y="197"/>
                  </a:cubicBezTo>
                  <a:cubicBezTo>
                    <a:pt x="1365" y="89"/>
                    <a:pt x="1281" y="0"/>
                    <a:pt x="11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42"/>
            <p:cNvSpPr/>
            <p:nvPr/>
          </p:nvSpPr>
          <p:spPr>
            <a:xfrm>
              <a:off x="2420152" y="900266"/>
              <a:ext cx="80354" cy="13676"/>
            </a:xfrm>
            <a:custGeom>
              <a:avLst/>
              <a:gdLst/>
              <a:ahLst/>
              <a:cxnLst/>
              <a:rect l="l" t="t" r="r" b="b"/>
              <a:pathLst>
                <a:path w="2121" h="361" extrusionOk="0">
                  <a:moveTo>
                    <a:pt x="198" y="0"/>
                  </a:moveTo>
                  <a:cubicBezTo>
                    <a:pt x="103" y="0"/>
                    <a:pt x="17" y="70"/>
                    <a:pt x="10" y="165"/>
                  </a:cubicBezTo>
                  <a:cubicBezTo>
                    <a:pt x="0" y="270"/>
                    <a:pt x="84" y="361"/>
                    <a:pt x="189" y="361"/>
                  </a:cubicBezTo>
                  <a:lnTo>
                    <a:pt x="1922" y="361"/>
                  </a:lnTo>
                  <a:cubicBezTo>
                    <a:pt x="2017" y="361"/>
                    <a:pt x="2103" y="291"/>
                    <a:pt x="2111" y="197"/>
                  </a:cubicBezTo>
                  <a:cubicBezTo>
                    <a:pt x="2120" y="89"/>
                    <a:pt x="2036" y="0"/>
                    <a:pt x="19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42"/>
            <p:cNvSpPr/>
            <p:nvPr/>
          </p:nvSpPr>
          <p:spPr>
            <a:xfrm>
              <a:off x="2419659" y="871700"/>
              <a:ext cx="35044" cy="13676"/>
            </a:xfrm>
            <a:custGeom>
              <a:avLst/>
              <a:gdLst/>
              <a:ahLst/>
              <a:cxnLst/>
              <a:rect l="l" t="t" r="r" b="b"/>
              <a:pathLst>
                <a:path w="925" h="361" extrusionOk="0">
                  <a:moveTo>
                    <a:pt x="198" y="0"/>
                  </a:moveTo>
                  <a:cubicBezTo>
                    <a:pt x="102" y="0"/>
                    <a:pt x="17" y="70"/>
                    <a:pt x="9" y="165"/>
                  </a:cubicBezTo>
                  <a:cubicBezTo>
                    <a:pt x="1" y="271"/>
                    <a:pt x="84" y="360"/>
                    <a:pt x="189" y="360"/>
                  </a:cubicBezTo>
                  <a:lnTo>
                    <a:pt x="726" y="360"/>
                  </a:lnTo>
                  <a:cubicBezTo>
                    <a:pt x="823" y="360"/>
                    <a:pt x="908" y="291"/>
                    <a:pt x="915" y="197"/>
                  </a:cubicBezTo>
                  <a:cubicBezTo>
                    <a:pt x="924" y="89"/>
                    <a:pt x="841" y="0"/>
                    <a:pt x="7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42"/>
            <p:cNvSpPr/>
            <p:nvPr/>
          </p:nvSpPr>
          <p:spPr>
            <a:xfrm>
              <a:off x="2466485" y="871700"/>
              <a:ext cx="84597" cy="13676"/>
            </a:xfrm>
            <a:custGeom>
              <a:avLst/>
              <a:gdLst/>
              <a:ahLst/>
              <a:cxnLst/>
              <a:rect l="l" t="t" r="r" b="b"/>
              <a:pathLst>
                <a:path w="2233" h="361" extrusionOk="0">
                  <a:moveTo>
                    <a:pt x="197" y="0"/>
                  </a:moveTo>
                  <a:cubicBezTo>
                    <a:pt x="102" y="0"/>
                    <a:pt x="17" y="70"/>
                    <a:pt x="9" y="165"/>
                  </a:cubicBezTo>
                  <a:cubicBezTo>
                    <a:pt x="1" y="271"/>
                    <a:pt x="83" y="360"/>
                    <a:pt x="188" y="360"/>
                  </a:cubicBezTo>
                  <a:lnTo>
                    <a:pt x="2035" y="360"/>
                  </a:lnTo>
                  <a:cubicBezTo>
                    <a:pt x="2130" y="360"/>
                    <a:pt x="2216" y="291"/>
                    <a:pt x="2223" y="197"/>
                  </a:cubicBezTo>
                  <a:cubicBezTo>
                    <a:pt x="2232" y="89"/>
                    <a:pt x="2149" y="0"/>
                    <a:pt x="204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42"/>
            <p:cNvSpPr/>
            <p:nvPr/>
          </p:nvSpPr>
          <p:spPr>
            <a:xfrm>
              <a:off x="2428714" y="978953"/>
              <a:ext cx="61828" cy="72171"/>
            </a:xfrm>
            <a:custGeom>
              <a:avLst/>
              <a:gdLst/>
              <a:ahLst/>
              <a:cxnLst/>
              <a:rect l="l" t="t" r="r" b="b"/>
              <a:pathLst>
                <a:path w="1632" h="1905" extrusionOk="0">
                  <a:moveTo>
                    <a:pt x="821" y="648"/>
                  </a:moveTo>
                  <a:lnTo>
                    <a:pt x="1015" y="1167"/>
                  </a:lnTo>
                  <a:lnTo>
                    <a:pt x="623" y="1167"/>
                  </a:lnTo>
                  <a:lnTo>
                    <a:pt x="821" y="648"/>
                  </a:lnTo>
                  <a:close/>
                  <a:moveTo>
                    <a:pt x="820" y="0"/>
                  </a:moveTo>
                  <a:cubicBezTo>
                    <a:pt x="730" y="0"/>
                    <a:pt x="650" y="54"/>
                    <a:pt x="616" y="136"/>
                  </a:cubicBezTo>
                  <a:cubicBezTo>
                    <a:pt x="616" y="137"/>
                    <a:pt x="615" y="138"/>
                    <a:pt x="615" y="141"/>
                  </a:cubicBezTo>
                  <a:lnTo>
                    <a:pt x="37" y="1655"/>
                  </a:lnTo>
                  <a:cubicBezTo>
                    <a:pt x="0" y="1757"/>
                    <a:pt x="60" y="1855"/>
                    <a:pt x="146" y="1891"/>
                  </a:cubicBezTo>
                  <a:cubicBezTo>
                    <a:pt x="166" y="1899"/>
                    <a:pt x="187" y="1903"/>
                    <a:pt x="208" y="1903"/>
                  </a:cubicBezTo>
                  <a:cubicBezTo>
                    <a:pt x="282" y="1903"/>
                    <a:pt x="357" y="1856"/>
                    <a:pt x="383" y="1786"/>
                  </a:cubicBezTo>
                  <a:lnTo>
                    <a:pt x="481" y="1528"/>
                  </a:lnTo>
                  <a:lnTo>
                    <a:pt x="1155" y="1528"/>
                  </a:lnTo>
                  <a:lnTo>
                    <a:pt x="1251" y="1786"/>
                  </a:lnTo>
                  <a:cubicBezTo>
                    <a:pt x="1279" y="1860"/>
                    <a:pt x="1349" y="1905"/>
                    <a:pt x="1423" y="1905"/>
                  </a:cubicBezTo>
                  <a:cubicBezTo>
                    <a:pt x="1444" y="1905"/>
                    <a:pt x="1466" y="1901"/>
                    <a:pt x="1488" y="1893"/>
                  </a:cubicBezTo>
                  <a:cubicBezTo>
                    <a:pt x="1584" y="1858"/>
                    <a:pt x="1631" y="1750"/>
                    <a:pt x="1596" y="1656"/>
                  </a:cubicBezTo>
                  <a:lnTo>
                    <a:pt x="1024" y="142"/>
                  </a:lnTo>
                  <a:cubicBezTo>
                    <a:pt x="1024" y="139"/>
                    <a:pt x="1022" y="137"/>
                    <a:pt x="1022" y="136"/>
                  </a:cubicBezTo>
                  <a:cubicBezTo>
                    <a:pt x="988" y="54"/>
                    <a:pt x="909" y="0"/>
                    <a:pt x="8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42"/>
            <p:cNvSpPr/>
            <p:nvPr/>
          </p:nvSpPr>
          <p:spPr>
            <a:xfrm>
              <a:off x="2492701" y="998388"/>
              <a:ext cx="48265" cy="52660"/>
            </a:xfrm>
            <a:custGeom>
              <a:avLst/>
              <a:gdLst/>
              <a:ahLst/>
              <a:cxnLst/>
              <a:rect l="l" t="t" r="r" b="b"/>
              <a:pathLst>
                <a:path w="1274" h="1390" extrusionOk="0">
                  <a:moveTo>
                    <a:pt x="654" y="430"/>
                  </a:moveTo>
                  <a:cubicBezTo>
                    <a:pt x="801" y="430"/>
                    <a:pt x="919" y="549"/>
                    <a:pt x="919" y="696"/>
                  </a:cubicBezTo>
                  <a:cubicBezTo>
                    <a:pt x="919" y="842"/>
                    <a:pt x="801" y="961"/>
                    <a:pt x="654" y="961"/>
                  </a:cubicBezTo>
                  <a:cubicBezTo>
                    <a:pt x="508" y="961"/>
                    <a:pt x="388" y="842"/>
                    <a:pt x="388" y="696"/>
                  </a:cubicBezTo>
                  <a:cubicBezTo>
                    <a:pt x="388" y="549"/>
                    <a:pt x="508" y="430"/>
                    <a:pt x="654" y="430"/>
                  </a:cubicBezTo>
                  <a:close/>
                  <a:moveTo>
                    <a:pt x="1089" y="1"/>
                  </a:moveTo>
                  <a:cubicBezTo>
                    <a:pt x="1008" y="1"/>
                    <a:pt x="941" y="52"/>
                    <a:pt x="916" y="123"/>
                  </a:cubicBezTo>
                  <a:cubicBezTo>
                    <a:pt x="832" y="83"/>
                    <a:pt x="736" y="59"/>
                    <a:pt x="635" y="59"/>
                  </a:cubicBezTo>
                  <a:cubicBezTo>
                    <a:pt x="623" y="59"/>
                    <a:pt x="611" y="59"/>
                    <a:pt x="599" y="60"/>
                  </a:cubicBezTo>
                  <a:cubicBezTo>
                    <a:pt x="267" y="81"/>
                    <a:pt x="1" y="366"/>
                    <a:pt x="5" y="699"/>
                  </a:cubicBezTo>
                  <a:cubicBezTo>
                    <a:pt x="7" y="1049"/>
                    <a:pt x="291" y="1331"/>
                    <a:pt x="640" y="1331"/>
                  </a:cubicBezTo>
                  <a:cubicBezTo>
                    <a:pt x="739" y="1331"/>
                    <a:pt x="831" y="1309"/>
                    <a:pt x="916" y="1267"/>
                  </a:cubicBezTo>
                  <a:cubicBezTo>
                    <a:pt x="941" y="1339"/>
                    <a:pt x="1009" y="1389"/>
                    <a:pt x="1088" y="1389"/>
                  </a:cubicBezTo>
                  <a:cubicBezTo>
                    <a:pt x="1101" y="1389"/>
                    <a:pt x="1114" y="1388"/>
                    <a:pt x="1128" y="1385"/>
                  </a:cubicBezTo>
                  <a:cubicBezTo>
                    <a:pt x="1214" y="1367"/>
                    <a:pt x="1273" y="1288"/>
                    <a:pt x="1273" y="1200"/>
                  </a:cubicBezTo>
                  <a:lnTo>
                    <a:pt x="1273" y="190"/>
                  </a:lnTo>
                  <a:cubicBezTo>
                    <a:pt x="1273" y="102"/>
                    <a:pt x="1214" y="22"/>
                    <a:pt x="1128" y="5"/>
                  </a:cubicBezTo>
                  <a:cubicBezTo>
                    <a:pt x="1115" y="2"/>
                    <a:pt x="1101" y="1"/>
                    <a:pt x="10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42"/>
            <p:cNvSpPr/>
            <p:nvPr/>
          </p:nvSpPr>
          <p:spPr>
            <a:xfrm>
              <a:off x="2597264" y="977437"/>
              <a:ext cx="36635" cy="75164"/>
            </a:xfrm>
            <a:custGeom>
              <a:avLst/>
              <a:gdLst/>
              <a:ahLst/>
              <a:cxnLst/>
              <a:rect l="l" t="t" r="r" b="b"/>
              <a:pathLst>
                <a:path w="967" h="1984" extrusionOk="0">
                  <a:moveTo>
                    <a:pt x="771" y="0"/>
                  </a:moveTo>
                  <a:cubicBezTo>
                    <a:pt x="467" y="0"/>
                    <a:pt x="217" y="223"/>
                    <a:pt x="217" y="497"/>
                  </a:cubicBezTo>
                  <a:lnTo>
                    <a:pt x="217" y="731"/>
                  </a:lnTo>
                  <a:cubicBezTo>
                    <a:pt x="205" y="788"/>
                    <a:pt x="181" y="807"/>
                    <a:pt x="142" y="820"/>
                  </a:cubicBezTo>
                  <a:cubicBezTo>
                    <a:pt x="83" y="841"/>
                    <a:pt x="35" y="890"/>
                    <a:pt x="23" y="950"/>
                  </a:cubicBezTo>
                  <a:cubicBezTo>
                    <a:pt x="1" y="1042"/>
                    <a:pt x="53" y="1134"/>
                    <a:pt x="139" y="1162"/>
                  </a:cubicBezTo>
                  <a:cubicBezTo>
                    <a:pt x="180" y="1177"/>
                    <a:pt x="205" y="1194"/>
                    <a:pt x="217" y="1252"/>
                  </a:cubicBezTo>
                  <a:lnTo>
                    <a:pt x="217" y="1487"/>
                  </a:lnTo>
                  <a:cubicBezTo>
                    <a:pt x="217" y="1758"/>
                    <a:pt x="462" y="1979"/>
                    <a:pt x="764" y="1983"/>
                  </a:cubicBezTo>
                  <a:cubicBezTo>
                    <a:pt x="765" y="1983"/>
                    <a:pt x="766" y="1983"/>
                    <a:pt x="766" y="1983"/>
                  </a:cubicBezTo>
                  <a:cubicBezTo>
                    <a:pt x="854" y="1983"/>
                    <a:pt x="934" y="1921"/>
                    <a:pt x="948" y="1833"/>
                  </a:cubicBezTo>
                  <a:cubicBezTo>
                    <a:pt x="966" y="1719"/>
                    <a:pt x="880" y="1623"/>
                    <a:pt x="770" y="1623"/>
                  </a:cubicBezTo>
                  <a:cubicBezTo>
                    <a:pt x="666" y="1623"/>
                    <a:pt x="578" y="1561"/>
                    <a:pt x="578" y="1487"/>
                  </a:cubicBezTo>
                  <a:lnTo>
                    <a:pt x="578" y="1235"/>
                  </a:lnTo>
                  <a:cubicBezTo>
                    <a:pt x="578" y="1225"/>
                    <a:pt x="577" y="1214"/>
                    <a:pt x="576" y="1204"/>
                  </a:cubicBezTo>
                  <a:cubicBezTo>
                    <a:pt x="560" y="1116"/>
                    <a:pt x="530" y="1047"/>
                    <a:pt x="490" y="992"/>
                  </a:cubicBezTo>
                  <a:cubicBezTo>
                    <a:pt x="530" y="937"/>
                    <a:pt x="560" y="868"/>
                    <a:pt x="576" y="780"/>
                  </a:cubicBezTo>
                  <a:cubicBezTo>
                    <a:pt x="577" y="769"/>
                    <a:pt x="578" y="759"/>
                    <a:pt x="578" y="748"/>
                  </a:cubicBezTo>
                  <a:lnTo>
                    <a:pt x="578" y="497"/>
                  </a:lnTo>
                  <a:cubicBezTo>
                    <a:pt x="578" y="425"/>
                    <a:pt x="661" y="365"/>
                    <a:pt x="764" y="361"/>
                  </a:cubicBezTo>
                  <a:cubicBezTo>
                    <a:pt x="859" y="359"/>
                    <a:pt x="944" y="287"/>
                    <a:pt x="951" y="192"/>
                  </a:cubicBezTo>
                  <a:cubicBezTo>
                    <a:pt x="958" y="87"/>
                    <a:pt x="875" y="0"/>
                    <a:pt x="7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42"/>
            <p:cNvSpPr/>
            <p:nvPr/>
          </p:nvSpPr>
          <p:spPr>
            <a:xfrm>
              <a:off x="2692507" y="977513"/>
              <a:ext cx="36673" cy="75126"/>
            </a:xfrm>
            <a:custGeom>
              <a:avLst/>
              <a:gdLst/>
              <a:ahLst/>
              <a:cxnLst/>
              <a:rect l="l" t="t" r="r" b="b"/>
              <a:pathLst>
                <a:path w="968" h="1983" extrusionOk="0">
                  <a:moveTo>
                    <a:pt x="200" y="0"/>
                  </a:moveTo>
                  <a:cubicBezTo>
                    <a:pt x="113" y="0"/>
                    <a:pt x="34" y="63"/>
                    <a:pt x="20" y="149"/>
                  </a:cubicBezTo>
                  <a:cubicBezTo>
                    <a:pt x="0" y="263"/>
                    <a:pt x="88" y="360"/>
                    <a:pt x="198" y="360"/>
                  </a:cubicBezTo>
                  <a:cubicBezTo>
                    <a:pt x="303" y="360"/>
                    <a:pt x="390" y="422"/>
                    <a:pt x="390" y="496"/>
                  </a:cubicBezTo>
                  <a:lnTo>
                    <a:pt x="390" y="749"/>
                  </a:lnTo>
                  <a:cubicBezTo>
                    <a:pt x="390" y="760"/>
                    <a:pt x="392" y="770"/>
                    <a:pt x="393" y="781"/>
                  </a:cubicBezTo>
                  <a:cubicBezTo>
                    <a:pt x="409" y="868"/>
                    <a:pt x="439" y="936"/>
                    <a:pt x="478" y="991"/>
                  </a:cubicBezTo>
                  <a:cubicBezTo>
                    <a:pt x="440" y="1045"/>
                    <a:pt x="409" y="1114"/>
                    <a:pt x="393" y="1202"/>
                  </a:cubicBezTo>
                  <a:cubicBezTo>
                    <a:pt x="390" y="1211"/>
                    <a:pt x="390" y="1222"/>
                    <a:pt x="390" y="1232"/>
                  </a:cubicBezTo>
                  <a:lnTo>
                    <a:pt x="390" y="1485"/>
                  </a:lnTo>
                  <a:cubicBezTo>
                    <a:pt x="390" y="1557"/>
                    <a:pt x="305" y="1618"/>
                    <a:pt x="204" y="1621"/>
                  </a:cubicBezTo>
                  <a:cubicBezTo>
                    <a:pt x="109" y="1623"/>
                    <a:pt x="23" y="1694"/>
                    <a:pt x="18" y="1789"/>
                  </a:cubicBezTo>
                  <a:cubicBezTo>
                    <a:pt x="12" y="1894"/>
                    <a:pt x="95" y="1982"/>
                    <a:pt x="198" y="1982"/>
                  </a:cubicBezTo>
                  <a:cubicBezTo>
                    <a:pt x="503" y="1982"/>
                    <a:pt x="751" y="1759"/>
                    <a:pt x="751" y="1486"/>
                  </a:cubicBezTo>
                  <a:lnTo>
                    <a:pt x="751" y="1251"/>
                  </a:lnTo>
                  <a:cubicBezTo>
                    <a:pt x="765" y="1196"/>
                    <a:pt x="788" y="1176"/>
                    <a:pt x="828" y="1162"/>
                  </a:cubicBezTo>
                  <a:cubicBezTo>
                    <a:pt x="886" y="1141"/>
                    <a:pt x="933" y="1093"/>
                    <a:pt x="947" y="1033"/>
                  </a:cubicBezTo>
                  <a:cubicBezTo>
                    <a:pt x="968" y="940"/>
                    <a:pt x="916" y="850"/>
                    <a:pt x="829" y="821"/>
                  </a:cubicBezTo>
                  <a:cubicBezTo>
                    <a:pt x="788" y="806"/>
                    <a:pt x="764" y="788"/>
                    <a:pt x="750" y="730"/>
                  </a:cubicBezTo>
                  <a:lnTo>
                    <a:pt x="750" y="496"/>
                  </a:lnTo>
                  <a:cubicBezTo>
                    <a:pt x="750" y="226"/>
                    <a:pt x="505" y="4"/>
                    <a:pt x="204" y="0"/>
                  </a:cubicBezTo>
                  <a:cubicBezTo>
                    <a:pt x="203" y="0"/>
                    <a:pt x="202" y="0"/>
                    <a:pt x="2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42"/>
            <p:cNvSpPr/>
            <p:nvPr/>
          </p:nvSpPr>
          <p:spPr>
            <a:xfrm>
              <a:off x="2643749" y="978536"/>
              <a:ext cx="39249" cy="72891"/>
            </a:xfrm>
            <a:custGeom>
              <a:avLst/>
              <a:gdLst/>
              <a:ahLst/>
              <a:cxnLst/>
              <a:rect l="l" t="t" r="r" b="b"/>
              <a:pathLst>
                <a:path w="1036" h="1924" extrusionOk="0">
                  <a:moveTo>
                    <a:pt x="826" y="0"/>
                  </a:moveTo>
                  <a:cubicBezTo>
                    <a:pt x="753" y="0"/>
                    <a:pt x="683" y="44"/>
                    <a:pt x="655" y="117"/>
                  </a:cubicBezTo>
                  <a:lnTo>
                    <a:pt x="37" y="1671"/>
                  </a:lnTo>
                  <a:cubicBezTo>
                    <a:pt x="0" y="1765"/>
                    <a:pt x="46" y="1872"/>
                    <a:pt x="140" y="1911"/>
                  </a:cubicBezTo>
                  <a:cubicBezTo>
                    <a:pt x="162" y="1919"/>
                    <a:pt x="186" y="1924"/>
                    <a:pt x="208" y="1924"/>
                  </a:cubicBezTo>
                  <a:cubicBezTo>
                    <a:pt x="282" y="1924"/>
                    <a:pt x="351" y="1880"/>
                    <a:pt x="380" y="1807"/>
                  </a:cubicBezTo>
                  <a:lnTo>
                    <a:pt x="998" y="253"/>
                  </a:lnTo>
                  <a:cubicBezTo>
                    <a:pt x="1036" y="159"/>
                    <a:pt x="990" y="52"/>
                    <a:pt x="894" y="13"/>
                  </a:cubicBezTo>
                  <a:cubicBezTo>
                    <a:pt x="872" y="4"/>
                    <a:pt x="849" y="0"/>
                    <a:pt x="8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42"/>
            <p:cNvSpPr/>
            <p:nvPr/>
          </p:nvSpPr>
          <p:spPr>
            <a:xfrm>
              <a:off x="2335403" y="748460"/>
              <a:ext cx="477313" cy="406392"/>
            </a:xfrm>
            <a:custGeom>
              <a:avLst/>
              <a:gdLst/>
              <a:ahLst/>
              <a:cxnLst/>
              <a:rect l="l" t="t" r="r" b="b"/>
              <a:pathLst>
                <a:path w="12599" h="10727" extrusionOk="0">
                  <a:moveTo>
                    <a:pt x="10849" y="378"/>
                  </a:moveTo>
                  <a:cubicBezTo>
                    <a:pt x="10913" y="378"/>
                    <a:pt x="10994" y="438"/>
                    <a:pt x="11079" y="499"/>
                  </a:cubicBezTo>
                  <a:cubicBezTo>
                    <a:pt x="11240" y="616"/>
                    <a:pt x="11385" y="675"/>
                    <a:pt x="11582" y="707"/>
                  </a:cubicBezTo>
                  <a:cubicBezTo>
                    <a:pt x="11680" y="723"/>
                    <a:pt x="11781" y="740"/>
                    <a:pt x="11823" y="781"/>
                  </a:cubicBezTo>
                  <a:cubicBezTo>
                    <a:pt x="11864" y="823"/>
                    <a:pt x="11882" y="925"/>
                    <a:pt x="11898" y="1022"/>
                  </a:cubicBezTo>
                  <a:cubicBezTo>
                    <a:pt x="11929" y="1211"/>
                    <a:pt x="11994" y="1371"/>
                    <a:pt x="12105" y="1525"/>
                  </a:cubicBezTo>
                  <a:cubicBezTo>
                    <a:pt x="12167" y="1611"/>
                    <a:pt x="12226" y="1692"/>
                    <a:pt x="12226" y="1755"/>
                  </a:cubicBezTo>
                  <a:cubicBezTo>
                    <a:pt x="12226" y="1820"/>
                    <a:pt x="12167" y="1901"/>
                    <a:pt x="12105" y="1986"/>
                  </a:cubicBezTo>
                  <a:cubicBezTo>
                    <a:pt x="11993" y="2142"/>
                    <a:pt x="11929" y="2300"/>
                    <a:pt x="11898" y="2489"/>
                  </a:cubicBezTo>
                  <a:cubicBezTo>
                    <a:pt x="11880" y="2587"/>
                    <a:pt x="11864" y="2688"/>
                    <a:pt x="11823" y="2730"/>
                  </a:cubicBezTo>
                  <a:cubicBezTo>
                    <a:pt x="11781" y="2771"/>
                    <a:pt x="11680" y="2789"/>
                    <a:pt x="11582" y="2805"/>
                  </a:cubicBezTo>
                  <a:cubicBezTo>
                    <a:pt x="11385" y="2837"/>
                    <a:pt x="11241" y="2895"/>
                    <a:pt x="11079" y="3012"/>
                  </a:cubicBezTo>
                  <a:cubicBezTo>
                    <a:pt x="10994" y="3074"/>
                    <a:pt x="10913" y="3133"/>
                    <a:pt x="10849" y="3133"/>
                  </a:cubicBezTo>
                  <a:cubicBezTo>
                    <a:pt x="10785" y="3133"/>
                    <a:pt x="10704" y="3074"/>
                    <a:pt x="10618" y="3012"/>
                  </a:cubicBezTo>
                  <a:cubicBezTo>
                    <a:pt x="10459" y="2897"/>
                    <a:pt x="10311" y="2837"/>
                    <a:pt x="10115" y="2805"/>
                  </a:cubicBezTo>
                  <a:cubicBezTo>
                    <a:pt x="10018" y="2787"/>
                    <a:pt x="9916" y="2771"/>
                    <a:pt x="9875" y="2730"/>
                  </a:cubicBezTo>
                  <a:cubicBezTo>
                    <a:pt x="9833" y="2688"/>
                    <a:pt x="9816" y="2587"/>
                    <a:pt x="9800" y="2489"/>
                  </a:cubicBezTo>
                  <a:cubicBezTo>
                    <a:pt x="9769" y="2300"/>
                    <a:pt x="9705" y="2141"/>
                    <a:pt x="9592" y="1986"/>
                  </a:cubicBezTo>
                  <a:cubicBezTo>
                    <a:pt x="9531" y="1901"/>
                    <a:pt x="9472" y="1820"/>
                    <a:pt x="9472" y="1755"/>
                  </a:cubicBezTo>
                  <a:cubicBezTo>
                    <a:pt x="9472" y="1691"/>
                    <a:pt x="9531" y="1611"/>
                    <a:pt x="9592" y="1525"/>
                  </a:cubicBezTo>
                  <a:cubicBezTo>
                    <a:pt x="9709" y="1365"/>
                    <a:pt x="9768" y="1218"/>
                    <a:pt x="9800" y="1022"/>
                  </a:cubicBezTo>
                  <a:cubicBezTo>
                    <a:pt x="9816" y="925"/>
                    <a:pt x="9833" y="823"/>
                    <a:pt x="9875" y="781"/>
                  </a:cubicBezTo>
                  <a:cubicBezTo>
                    <a:pt x="9916" y="740"/>
                    <a:pt x="10018" y="723"/>
                    <a:pt x="10115" y="707"/>
                  </a:cubicBezTo>
                  <a:cubicBezTo>
                    <a:pt x="10309" y="675"/>
                    <a:pt x="10459" y="614"/>
                    <a:pt x="10618" y="499"/>
                  </a:cubicBezTo>
                  <a:cubicBezTo>
                    <a:pt x="10704" y="438"/>
                    <a:pt x="10785" y="378"/>
                    <a:pt x="10849" y="378"/>
                  </a:cubicBezTo>
                  <a:close/>
                  <a:moveTo>
                    <a:pt x="2977" y="2945"/>
                  </a:moveTo>
                  <a:cubicBezTo>
                    <a:pt x="4233" y="2945"/>
                    <a:pt x="6113" y="2946"/>
                    <a:pt x="6113" y="2946"/>
                  </a:cubicBezTo>
                  <a:lnTo>
                    <a:pt x="6113" y="5416"/>
                  </a:lnTo>
                  <a:lnTo>
                    <a:pt x="1788" y="5416"/>
                  </a:lnTo>
                  <a:lnTo>
                    <a:pt x="1788" y="3053"/>
                  </a:lnTo>
                  <a:cubicBezTo>
                    <a:pt x="1788" y="3002"/>
                    <a:pt x="1824" y="2957"/>
                    <a:pt x="1875" y="2946"/>
                  </a:cubicBezTo>
                  <a:cubicBezTo>
                    <a:pt x="1877" y="2946"/>
                    <a:pt x="2349" y="2945"/>
                    <a:pt x="2977" y="2945"/>
                  </a:cubicBezTo>
                  <a:close/>
                  <a:moveTo>
                    <a:pt x="9578" y="2959"/>
                  </a:moveTo>
                  <a:cubicBezTo>
                    <a:pt x="9585" y="2968"/>
                    <a:pt x="9595" y="2979"/>
                    <a:pt x="9604" y="2988"/>
                  </a:cubicBezTo>
                  <a:cubicBezTo>
                    <a:pt x="9730" y="3112"/>
                    <a:pt x="9898" y="3140"/>
                    <a:pt x="10045" y="3164"/>
                  </a:cubicBezTo>
                  <a:cubicBezTo>
                    <a:pt x="10186" y="3188"/>
                    <a:pt x="10277" y="3224"/>
                    <a:pt x="10393" y="3307"/>
                  </a:cubicBezTo>
                  <a:cubicBezTo>
                    <a:pt x="10501" y="3384"/>
                    <a:pt x="10633" y="3478"/>
                    <a:pt x="10796" y="3494"/>
                  </a:cubicBezTo>
                  <a:lnTo>
                    <a:pt x="10796" y="4467"/>
                  </a:lnTo>
                  <a:lnTo>
                    <a:pt x="9910" y="3523"/>
                  </a:lnTo>
                  <a:cubicBezTo>
                    <a:pt x="9874" y="3485"/>
                    <a:pt x="9824" y="3465"/>
                    <a:pt x="9775" y="3465"/>
                  </a:cubicBezTo>
                  <a:cubicBezTo>
                    <a:pt x="9730" y="3465"/>
                    <a:pt x="9685" y="3481"/>
                    <a:pt x="9649" y="3514"/>
                  </a:cubicBezTo>
                  <a:lnTo>
                    <a:pt x="8559" y="4515"/>
                  </a:lnTo>
                  <a:lnTo>
                    <a:pt x="8448" y="4396"/>
                  </a:lnTo>
                  <a:cubicBezTo>
                    <a:pt x="8416" y="4362"/>
                    <a:pt x="8373" y="4344"/>
                    <a:pt x="8328" y="4344"/>
                  </a:cubicBezTo>
                  <a:cubicBezTo>
                    <a:pt x="8316" y="4344"/>
                    <a:pt x="8303" y="4346"/>
                    <a:pt x="8290" y="4349"/>
                  </a:cubicBezTo>
                  <a:cubicBezTo>
                    <a:pt x="8134" y="4387"/>
                    <a:pt x="8097" y="4557"/>
                    <a:pt x="8189" y="4656"/>
                  </a:cubicBezTo>
                  <a:lnTo>
                    <a:pt x="8731" y="5233"/>
                  </a:lnTo>
                  <a:cubicBezTo>
                    <a:pt x="8767" y="5272"/>
                    <a:pt x="8816" y="5292"/>
                    <a:pt x="8866" y="5292"/>
                  </a:cubicBezTo>
                  <a:cubicBezTo>
                    <a:pt x="8944" y="5292"/>
                    <a:pt x="9023" y="5242"/>
                    <a:pt x="9050" y="5143"/>
                  </a:cubicBezTo>
                  <a:cubicBezTo>
                    <a:pt x="9064" y="5095"/>
                    <a:pt x="9042" y="5028"/>
                    <a:pt x="9009" y="4994"/>
                  </a:cubicBezTo>
                  <a:lnTo>
                    <a:pt x="8811" y="4784"/>
                  </a:lnTo>
                  <a:lnTo>
                    <a:pt x="9767" y="3907"/>
                  </a:lnTo>
                  <a:lnTo>
                    <a:pt x="10798" y="5005"/>
                  </a:lnTo>
                  <a:lnTo>
                    <a:pt x="10798" y="5418"/>
                  </a:lnTo>
                  <a:lnTo>
                    <a:pt x="6473" y="5418"/>
                  </a:lnTo>
                  <a:lnTo>
                    <a:pt x="6473" y="4835"/>
                  </a:lnTo>
                  <a:lnTo>
                    <a:pt x="7483" y="3907"/>
                  </a:lnTo>
                  <a:lnTo>
                    <a:pt x="7606" y="4038"/>
                  </a:lnTo>
                  <a:cubicBezTo>
                    <a:pt x="7642" y="4077"/>
                    <a:pt x="7692" y="4096"/>
                    <a:pt x="7741" y="4096"/>
                  </a:cubicBezTo>
                  <a:cubicBezTo>
                    <a:pt x="7786" y="4096"/>
                    <a:pt x="7831" y="4080"/>
                    <a:pt x="7867" y="4047"/>
                  </a:cubicBezTo>
                  <a:cubicBezTo>
                    <a:pt x="7941" y="3978"/>
                    <a:pt x="7945" y="3863"/>
                    <a:pt x="7876" y="3787"/>
                  </a:cubicBezTo>
                  <a:lnTo>
                    <a:pt x="7627" y="3523"/>
                  </a:lnTo>
                  <a:cubicBezTo>
                    <a:pt x="7591" y="3485"/>
                    <a:pt x="7541" y="3465"/>
                    <a:pt x="7492" y="3465"/>
                  </a:cubicBezTo>
                  <a:cubicBezTo>
                    <a:pt x="7447" y="3465"/>
                    <a:pt x="7402" y="3481"/>
                    <a:pt x="7366" y="3514"/>
                  </a:cubicBezTo>
                  <a:lnTo>
                    <a:pt x="6473" y="4335"/>
                  </a:lnTo>
                  <a:lnTo>
                    <a:pt x="6473" y="2959"/>
                  </a:lnTo>
                  <a:close/>
                  <a:moveTo>
                    <a:pt x="6113" y="5809"/>
                  </a:moveTo>
                  <a:lnTo>
                    <a:pt x="6113" y="8266"/>
                  </a:lnTo>
                  <a:lnTo>
                    <a:pt x="1903" y="8266"/>
                  </a:lnTo>
                  <a:cubicBezTo>
                    <a:pt x="1840" y="8266"/>
                    <a:pt x="1790" y="8216"/>
                    <a:pt x="1790" y="8153"/>
                  </a:cubicBezTo>
                  <a:lnTo>
                    <a:pt x="1790" y="5809"/>
                  </a:lnTo>
                  <a:close/>
                  <a:moveTo>
                    <a:pt x="10799" y="5809"/>
                  </a:moveTo>
                  <a:lnTo>
                    <a:pt x="10799" y="8153"/>
                  </a:lnTo>
                  <a:cubicBezTo>
                    <a:pt x="10799" y="8216"/>
                    <a:pt x="10748" y="8266"/>
                    <a:pt x="10685" y="8266"/>
                  </a:cubicBezTo>
                  <a:lnTo>
                    <a:pt x="6475" y="8266"/>
                  </a:lnTo>
                  <a:lnTo>
                    <a:pt x="6475" y="5809"/>
                  </a:lnTo>
                  <a:close/>
                  <a:moveTo>
                    <a:pt x="9197" y="2108"/>
                  </a:moveTo>
                  <a:cubicBezTo>
                    <a:pt x="9223" y="2147"/>
                    <a:pt x="9250" y="2184"/>
                    <a:pt x="9275" y="2219"/>
                  </a:cubicBezTo>
                  <a:cubicBezTo>
                    <a:pt x="9362" y="2336"/>
                    <a:pt x="9395" y="2415"/>
                    <a:pt x="9420" y="2557"/>
                  </a:cubicBezTo>
                  <a:cubicBezTo>
                    <a:pt x="9422" y="2571"/>
                    <a:pt x="9425" y="2586"/>
                    <a:pt x="9427" y="2599"/>
                  </a:cubicBezTo>
                  <a:lnTo>
                    <a:pt x="1910" y="2599"/>
                  </a:lnTo>
                  <a:cubicBezTo>
                    <a:pt x="1775" y="2599"/>
                    <a:pt x="1665" y="2644"/>
                    <a:pt x="1570" y="2739"/>
                  </a:cubicBezTo>
                  <a:cubicBezTo>
                    <a:pt x="1478" y="2828"/>
                    <a:pt x="1429" y="2957"/>
                    <a:pt x="1429" y="3084"/>
                  </a:cubicBezTo>
                  <a:lnTo>
                    <a:pt x="1429" y="8178"/>
                  </a:lnTo>
                  <a:cubicBezTo>
                    <a:pt x="1429" y="8445"/>
                    <a:pt x="1644" y="8661"/>
                    <a:pt x="1912" y="8661"/>
                  </a:cubicBezTo>
                  <a:lnTo>
                    <a:pt x="10690" y="8661"/>
                  </a:lnTo>
                  <a:cubicBezTo>
                    <a:pt x="10690" y="8661"/>
                    <a:pt x="11174" y="8424"/>
                    <a:pt x="11160" y="8157"/>
                  </a:cubicBezTo>
                  <a:lnTo>
                    <a:pt x="11160" y="3396"/>
                  </a:lnTo>
                  <a:cubicBezTo>
                    <a:pt x="11217" y="3368"/>
                    <a:pt x="11259" y="3339"/>
                    <a:pt x="11297" y="3313"/>
                  </a:cubicBezTo>
                  <a:cubicBezTo>
                    <a:pt x="11391" y="3245"/>
                    <a:pt x="11475" y="3199"/>
                    <a:pt x="11586" y="3178"/>
                  </a:cubicBezTo>
                  <a:lnTo>
                    <a:pt x="11586" y="8675"/>
                  </a:lnTo>
                  <a:lnTo>
                    <a:pt x="11585" y="8675"/>
                  </a:lnTo>
                  <a:cubicBezTo>
                    <a:pt x="11589" y="8934"/>
                    <a:pt x="11120" y="9152"/>
                    <a:pt x="11120" y="9152"/>
                  </a:cubicBezTo>
                  <a:lnTo>
                    <a:pt x="1471" y="9152"/>
                  </a:lnTo>
                  <a:cubicBezTo>
                    <a:pt x="1211" y="9152"/>
                    <a:pt x="1001" y="8942"/>
                    <a:pt x="1001" y="8683"/>
                  </a:cubicBezTo>
                  <a:lnTo>
                    <a:pt x="1001" y="2577"/>
                  </a:lnTo>
                  <a:cubicBezTo>
                    <a:pt x="1001" y="2318"/>
                    <a:pt x="1211" y="2108"/>
                    <a:pt x="1471" y="2108"/>
                  </a:cubicBezTo>
                  <a:close/>
                  <a:moveTo>
                    <a:pt x="7424" y="9511"/>
                  </a:moveTo>
                  <a:lnTo>
                    <a:pt x="7424" y="9558"/>
                  </a:lnTo>
                  <a:cubicBezTo>
                    <a:pt x="7425" y="9660"/>
                    <a:pt x="7343" y="9740"/>
                    <a:pt x="7243" y="9740"/>
                  </a:cubicBezTo>
                  <a:lnTo>
                    <a:pt x="5378" y="9740"/>
                  </a:lnTo>
                  <a:cubicBezTo>
                    <a:pt x="5278" y="9740"/>
                    <a:pt x="5196" y="9660"/>
                    <a:pt x="5196" y="9558"/>
                  </a:cubicBezTo>
                  <a:lnTo>
                    <a:pt x="5196" y="9511"/>
                  </a:lnTo>
                  <a:close/>
                  <a:moveTo>
                    <a:pt x="10836" y="0"/>
                  </a:moveTo>
                  <a:cubicBezTo>
                    <a:pt x="10652" y="0"/>
                    <a:pt x="10506" y="106"/>
                    <a:pt x="10390" y="190"/>
                  </a:cubicBezTo>
                  <a:cubicBezTo>
                    <a:pt x="10280" y="270"/>
                    <a:pt x="10176" y="312"/>
                    <a:pt x="10042" y="334"/>
                  </a:cubicBezTo>
                  <a:cubicBezTo>
                    <a:pt x="9894" y="358"/>
                    <a:pt x="9727" y="387"/>
                    <a:pt x="9602" y="512"/>
                  </a:cubicBezTo>
                  <a:cubicBezTo>
                    <a:pt x="9393" y="722"/>
                    <a:pt x="9452" y="1064"/>
                    <a:pt x="9282" y="1302"/>
                  </a:cubicBezTo>
                  <a:cubicBezTo>
                    <a:pt x="9203" y="1412"/>
                    <a:pt x="9105" y="1546"/>
                    <a:pt x="9093" y="1714"/>
                  </a:cubicBezTo>
                  <a:lnTo>
                    <a:pt x="1479" y="1714"/>
                  </a:lnTo>
                  <a:cubicBezTo>
                    <a:pt x="1017" y="1714"/>
                    <a:pt x="641" y="2089"/>
                    <a:pt x="641" y="2551"/>
                  </a:cubicBezTo>
                  <a:lnTo>
                    <a:pt x="641" y="8678"/>
                  </a:lnTo>
                  <a:cubicBezTo>
                    <a:pt x="641" y="8854"/>
                    <a:pt x="695" y="9017"/>
                    <a:pt x="787" y="9152"/>
                  </a:cubicBezTo>
                  <a:lnTo>
                    <a:pt x="492" y="9152"/>
                  </a:lnTo>
                  <a:cubicBezTo>
                    <a:pt x="221" y="9152"/>
                    <a:pt x="0" y="9373"/>
                    <a:pt x="0" y="9644"/>
                  </a:cubicBezTo>
                  <a:cubicBezTo>
                    <a:pt x="0" y="10239"/>
                    <a:pt x="484" y="10725"/>
                    <a:pt x="1081" y="10725"/>
                  </a:cubicBezTo>
                  <a:lnTo>
                    <a:pt x="2934" y="10725"/>
                  </a:lnTo>
                  <a:cubicBezTo>
                    <a:pt x="3009" y="10725"/>
                    <a:pt x="3080" y="10682"/>
                    <a:pt x="3109" y="10613"/>
                  </a:cubicBezTo>
                  <a:cubicBezTo>
                    <a:pt x="3169" y="10469"/>
                    <a:pt x="3066" y="10332"/>
                    <a:pt x="2930" y="10332"/>
                  </a:cubicBezTo>
                  <a:lnTo>
                    <a:pt x="1084" y="10332"/>
                  </a:lnTo>
                  <a:cubicBezTo>
                    <a:pt x="698" y="10332"/>
                    <a:pt x="382" y="10017"/>
                    <a:pt x="383" y="9631"/>
                  </a:cubicBezTo>
                  <a:cubicBezTo>
                    <a:pt x="383" y="9566"/>
                    <a:pt x="438" y="9514"/>
                    <a:pt x="504" y="9514"/>
                  </a:cubicBezTo>
                  <a:lnTo>
                    <a:pt x="4835" y="9514"/>
                  </a:lnTo>
                  <a:lnTo>
                    <a:pt x="4835" y="9553"/>
                  </a:lnTo>
                  <a:cubicBezTo>
                    <a:pt x="4835" y="9857"/>
                    <a:pt x="5081" y="10103"/>
                    <a:pt x="5385" y="10103"/>
                  </a:cubicBezTo>
                  <a:lnTo>
                    <a:pt x="7233" y="10103"/>
                  </a:lnTo>
                  <a:cubicBezTo>
                    <a:pt x="7537" y="10103"/>
                    <a:pt x="7783" y="9857"/>
                    <a:pt x="7783" y="9553"/>
                  </a:cubicBezTo>
                  <a:lnTo>
                    <a:pt x="7783" y="9514"/>
                  </a:lnTo>
                  <a:lnTo>
                    <a:pt x="12077" y="9514"/>
                  </a:lnTo>
                  <a:cubicBezTo>
                    <a:pt x="12142" y="9514"/>
                    <a:pt x="12196" y="9568"/>
                    <a:pt x="12196" y="9634"/>
                  </a:cubicBezTo>
                  <a:cubicBezTo>
                    <a:pt x="12196" y="10019"/>
                    <a:pt x="11882" y="10333"/>
                    <a:pt x="11496" y="10333"/>
                  </a:cubicBezTo>
                  <a:lnTo>
                    <a:pt x="3783" y="10333"/>
                  </a:lnTo>
                  <a:cubicBezTo>
                    <a:pt x="3708" y="10333"/>
                    <a:pt x="3637" y="10377"/>
                    <a:pt x="3608" y="10446"/>
                  </a:cubicBezTo>
                  <a:cubicBezTo>
                    <a:pt x="3547" y="10589"/>
                    <a:pt x="3651" y="10726"/>
                    <a:pt x="3787" y="10726"/>
                  </a:cubicBezTo>
                  <a:lnTo>
                    <a:pt x="11516" y="10726"/>
                  </a:lnTo>
                  <a:cubicBezTo>
                    <a:pt x="12111" y="10726"/>
                    <a:pt x="12597" y="10242"/>
                    <a:pt x="12597" y="9645"/>
                  </a:cubicBezTo>
                  <a:cubicBezTo>
                    <a:pt x="12599" y="9372"/>
                    <a:pt x="12377" y="9152"/>
                    <a:pt x="12105" y="9152"/>
                  </a:cubicBezTo>
                  <a:lnTo>
                    <a:pt x="11801" y="9152"/>
                  </a:lnTo>
                  <a:cubicBezTo>
                    <a:pt x="11891" y="9018"/>
                    <a:pt x="11945" y="8855"/>
                    <a:pt x="11945" y="8682"/>
                  </a:cubicBezTo>
                  <a:lnTo>
                    <a:pt x="11945" y="3077"/>
                  </a:lnTo>
                  <a:cubicBezTo>
                    <a:pt x="11989" y="3053"/>
                    <a:pt x="12032" y="3025"/>
                    <a:pt x="12071" y="2986"/>
                  </a:cubicBezTo>
                  <a:cubicBezTo>
                    <a:pt x="12196" y="2860"/>
                    <a:pt x="12224" y="2693"/>
                    <a:pt x="12249" y="2545"/>
                  </a:cubicBezTo>
                  <a:cubicBezTo>
                    <a:pt x="12271" y="2410"/>
                    <a:pt x="12312" y="2308"/>
                    <a:pt x="12392" y="2197"/>
                  </a:cubicBezTo>
                  <a:cubicBezTo>
                    <a:pt x="12478" y="2079"/>
                    <a:pt x="12583" y="1934"/>
                    <a:pt x="12583" y="1749"/>
                  </a:cubicBezTo>
                  <a:cubicBezTo>
                    <a:pt x="12583" y="1565"/>
                    <a:pt x="12478" y="1419"/>
                    <a:pt x="12392" y="1302"/>
                  </a:cubicBezTo>
                  <a:cubicBezTo>
                    <a:pt x="12312" y="1189"/>
                    <a:pt x="12272" y="1089"/>
                    <a:pt x="12249" y="953"/>
                  </a:cubicBezTo>
                  <a:cubicBezTo>
                    <a:pt x="12224" y="806"/>
                    <a:pt x="12196" y="638"/>
                    <a:pt x="12071" y="512"/>
                  </a:cubicBezTo>
                  <a:cubicBezTo>
                    <a:pt x="11945" y="387"/>
                    <a:pt x="11778" y="359"/>
                    <a:pt x="11631" y="334"/>
                  </a:cubicBezTo>
                  <a:cubicBezTo>
                    <a:pt x="11486" y="310"/>
                    <a:pt x="11400" y="276"/>
                    <a:pt x="11282" y="190"/>
                  </a:cubicBezTo>
                  <a:cubicBezTo>
                    <a:pt x="11166" y="105"/>
                    <a:pt x="11020" y="0"/>
                    <a:pt x="108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42"/>
            <p:cNvSpPr/>
            <p:nvPr/>
          </p:nvSpPr>
          <p:spPr>
            <a:xfrm>
              <a:off x="2716147" y="788278"/>
              <a:ext cx="60540" cy="53418"/>
            </a:xfrm>
            <a:custGeom>
              <a:avLst/>
              <a:gdLst/>
              <a:ahLst/>
              <a:cxnLst/>
              <a:rect l="l" t="t" r="r" b="b"/>
              <a:pathLst>
                <a:path w="1598" h="1410" extrusionOk="0">
                  <a:moveTo>
                    <a:pt x="1390" y="0"/>
                  </a:moveTo>
                  <a:cubicBezTo>
                    <a:pt x="1332" y="0"/>
                    <a:pt x="1275" y="28"/>
                    <a:pt x="1238" y="78"/>
                  </a:cubicBezTo>
                  <a:lnTo>
                    <a:pt x="635" y="923"/>
                  </a:lnTo>
                  <a:lnTo>
                    <a:pt x="348" y="578"/>
                  </a:lnTo>
                  <a:cubicBezTo>
                    <a:pt x="312" y="534"/>
                    <a:pt x="260" y="511"/>
                    <a:pt x="208" y="511"/>
                  </a:cubicBezTo>
                  <a:cubicBezTo>
                    <a:pt x="166" y="511"/>
                    <a:pt x="124" y="526"/>
                    <a:pt x="89" y="555"/>
                  </a:cubicBezTo>
                  <a:cubicBezTo>
                    <a:pt x="11" y="620"/>
                    <a:pt x="0" y="735"/>
                    <a:pt x="65" y="813"/>
                  </a:cubicBezTo>
                  <a:lnTo>
                    <a:pt x="506" y="1342"/>
                  </a:lnTo>
                  <a:cubicBezTo>
                    <a:pt x="541" y="1384"/>
                    <a:pt x="592" y="1409"/>
                    <a:pt x="648" y="1409"/>
                  </a:cubicBezTo>
                  <a:lnTo>
                    <a:pt x="654" y="1409"/>
                  </a:lnTo>
                  <a:cubicBezTo>
                    <a:pt x="712" y="1406"/>
                    <a:pt x="764" y="1379"/>
                    <a:pt x="796" y="1332"/>
                  </a:cubicBezTo>
                  <a:lnTo>
                    <a:pt x="1539" y="291"/>
                  </a:lnTo>
                  <a:cubicBezTo>
                    <a:pt x="1598" y="209"/>
                    <a:pt x="1580" y="94"/>
                    <a:pt x="1495" y="34"/>
                  </a:cubicBezTo>
                  <a:cubicBezTo>
                    <a:pt x="1463" y="11"/>
                    <a:pt x="1427" y="0"/>
                    <a:pt x="13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5" name="CasellaDiTesto 64">
            <a:extLst>
              <a:ext uri="{FF2B5EF4-FFF2-40B4-BE49-F238E27FC236}">
                <a16:creationId xmlns="" xmlns:a16="http://schemas.microsoft.com/office/drawing/2014/main" id="{D9FEEE7F-C99D-3D48-8966-4C6C4436D5DC}"/>
              </a:ext>
            </a:extLst>
          </p:cNvPr>
          <p:cNvSpPr txBox="1"/>
          <p:nvPr/>
        </p:nvSpPr>
        <p:spPr>
          <a:xfrm>
            <a:off x="4867836" y="4698475"/>
            <a:ext cx="37227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&lt;#docente#&gt;</a:t>
            </a:r>
          </a:p>
        </p:txBody>
      </p:sp>
    </p:spTree>
    <p:extLst>
      <p:ext uri="{BB962C8B-B14F-4D97-AF65-F5344CB8AC3E}">
        <p14:creationId xmlns="" xmlns:p14="http://schemas.microsoft.com/office/powerpoint/2010/main" val="11356060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7" name="Google Shape;1667;p4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Metodo</a:t>
            </a:r>
            <a:endParaRPr dirty="0"/>
          </a:p>
        </p:txBody>
      </p:sp>
      <p:sp>
        <p:nvSpPr>
          <p:cNvPr id="1668" name="Google Shape;1668;p42"/>
          <p:cNvSpPr txBox="1">
            <a:spLocks noGrp="1"/>
          </p:cNvSpPr>
          <p:nvPr>
            <p:ph type="subTitle" idx="6"/>
          </p:nvPr>
        </p:nvSpPr>
        <p:spPr>
          <a:xfrm>
            <a:off x="2856358" y="615425"/>
            <a:ext cx="3633284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Adattamento</a:t>
            </a:r>
            <a:r>
              <a:rPr lang="en" dirty="0"/>
              <a:t> per BES</a:t>
            </a:r>
            <a:endParaRPr dirty="0"/>
          </a:p>
        </p:txBody>
      </p:sp>
      <p:sp>
        <p:nvSpPr>
          <p:cNvPr id="1671" name="Google Shape;1671;p42"/>
          <p:cNvSpPr txBox="1">
            <a:spLocks noGrp="1"/>
          </p:cNvSpPr>
          <p:nvPr>
            <p:ph type="subTitle" idx="3"/>
          </p:nvPr>
        </p:nvSpPr>
        <p:spPr>
          <a:xfrm>
            <a:off x="720000" y="1753253"/>
            <a:ext cx="7011889" cy="40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" sz="1100" dirty="0"/>
              <a:t>&lt;#</a:t>
            </a:r>
            <a:r>
              <a:rPr lang="it-IT" sz="1100" dirty="0" err="1" smtClean="0"/>
              <a:t>bmd.dispensativi</a:t>
            </a:r>
            <a:r>
              <a:rPr lang="en" sz="1100" dirty="0" smtClean="0"/>
              <a:t>#&gt;</a:t>
            </a:r>
            <a:endParaRPr sz="1100" dirty="0"/>
          </a:p>
        </p:txBody>
      </p:sp>
      <p:sp>
        <p:nvSpPr>
          <p:cNvPr id="64" name="Google Shape;1671;p42">
            <a:extLst>
              <a:ext uri="{FF2B5EF4-FFF2-40B4-BE49-F238E27FC236}">
                <a16:creationId xmlns="" xmlns:a16="http://schemas.microsoft.com/office/drawing/2014/main" id="{7CC43588-6F6F-694E-8FE7-49853C1CFCDA}"/>
              </a:ext>
            </a:extLst>
          </p:cNvPr>
          <p:cNvSpPr txBox="1">
            <a:spLocks/>
          </p:cNvSpPr>
          <p:nvPr/>
        </p:nvSpPr>
        <p:spPr>
          <a:xfrm>
            <a:off x="720000" y="3062348"/>
            <a:ext cx="7208658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r>
              <a:rPr lang="it-IT" sz="1100"/>
              <a:t>&lt;#</a:t>
            </a:r>
            <a:r>
              <a:rPr lang="it-IT" sz="1100" smtClean="0"/>
              <a:t>bsc.compensativi#&gt;</a:t>
            </a:r>
            <a:endParaRPr lang="it-IT" sz="1100" dirty="0"/>
          </a:p>
        </p:txBody>
      </p:sp>
      <p:sp>
        <p:nvSpPr>
          <p:cNvPr id="65" name="CasellaDiTesto 64">
            <a:extLst>
              <a:ext uri="{FF2B5EF4-FFF2-40B4-BE49-F238E27FC236}">
                <a16:creationId xmlns="" xmlns:a16="http://schemas.microsoft.com/office/drawing/2014/main" id="{D9FEEE7F-C99D-3D48-8966-4C6C4436D5DC}"/>
              </a:ext>
            </a:extLst>
          </p:cNvPr>
          <p:cNvSpPr txBox="1"/>
          <p:nvPr/>
        </p:nvSpPr>
        <p:spPr>
          <a:xfrm>
            <a:off x="4867836" y="4698475"/>
            <a:ext cx="37227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&lt;#docente#&gt;</a:t>
            </a:r>
          </a:p>
        </p:txBody>
      </p:sp>
      <p:sp>
        <p:nvSpPr>
          <p:cNvPr id="66" name="Google Shape;1671;p42">
            <a:extLst>
              <a:ext uri="{FF2B5EF4-FFF2-40B4-BE49-F238E27FC236}">
                <a16:creationId xmlns="" xmlns:a16="http://schemas.microsoft.com/office/drawing/2014/main" id="{D5E7B5FA-D264-6947-8481-F307401A8609}"/>
              </a:ext>
            </a:extLst>
          </p:cNvPr>
          <p:cNvSpPr txBox="1">
            <a:spLocks/>
          </p:cNvSpPr>
          <p:nvPr/>
        </p:nvSpPr>
        <p:spPr>
          <a:xfrm>
            <a:off x="720000" y="1350953"/>
            <a:ext cx="1811634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r>
              <a:rPr lang="it-IT" sz="1100" b="1" dirty="0"/>
              <a:t>Misure </a:t>
            </a:r>
            <a:r>
              <a:rPr lang="it-IT" sz="1100" b="1" dirty="0" smtClean="0"/>
              <a:t>dispensativi:</a:t>
            </a:r>
            <a:endParaRPr lang="it-IT" sz="1100" b="1" dirty="0"/>
          </a:p>
        </p:txBody>
      </p:sp>
      <p:sp>
        <p:nvSpPr>
          <p:cNvPr id="67" name="Google Shape;1671;p42">
            <a:extLst>
              <a:ext uri="{FF2B5EF4-FFF2-40B4-BE49-F238E27FC236}">
                <a16:creationId xmlns="" xmlns:a16="http://schemas.microsoft.com/office/drawing/2014/main" id="{413EE3D2-72CE-9C45-B3A1-73B2ACD1F949}"/>
              </a:ext>
            </a:extLst>
          </p:cNvPr>
          <p:cNvSpPr txBox="1">
            <a:spLocks/>
          </p:cNvSpPr>
          <p:nvPr/>
        </p:nvSpPr>
        <p:spPr>
          <a:xfrm>
            <a:off x="720000" y="2849909"/>
            <a:ext cx="2136358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r>
              <a:rPr lang="it-IT" sz="1100" b="1" dirty="0"/>
              <a:t>Strumenti </a:t>
            </a:r>
            <a:r>
              <a:rPr lang="it-IT" sz="1100" b="1" dirty="0" smtClean="0"/>
              <a:t>compensative :</a:t>
            </a:r>
            <a:endParaRPr lang="it-IT" sz="1100" b="1" dirty="0"/>
          </a:p>
        </p:txBody>
      </p:sp>
    </p:spTree>
    <p:extLst>
      <p:ext uri="{BB962C8B-B14F-4D97-AF65-F5344CB8AC3E}">
        <p14:creationId xmlns="" xmlns:p14="http://schemas.microsoft.com/office/powerpoint/2010/main" val="11356060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6" name="Google Shape;2126;p54"/>
          <p:cNvSpPr txBox="1"/>
          <p:nvPr/>
        </p:nvSpPr>
        <p:spPr>
          <a:xfrm>
            <a:off x="647783" y="1549663"/>
            <a:ext cx="1429522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000" b="1" dirty="0" err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r>
              <a:rPr lang="en" sz="3000" b="1" dirty="0" err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ase</a:t>
            </a:r>
            <a:r>
              <a:rPr lang="en" sz="3000" b="1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 1</a:t>
            </a:r>
            <a:endParaRPr sz="3000" b="1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29" name="Google Shape;2129;p54"/>
          <p:cNvSpPr txBox="1"/>
          <p:nvPr/>
        </p:nvSpPr>
        <p:spPr>
          <a:xfrm>
            <a:off x="636493" y="2337407"/>
            <a:ext cx="1492793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 err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Fase</a:t>
            </a:r>
            <a:r>
              <a:rPr lang="en" sz="3000" b="1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 2</a:t>
            </a:r>
            <a:endParaRPr sz="3000" b="1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" name="Google Shape;2128;p54">
            <a:extLst>
              <a:ext uri="{FF2B5EF4-FFF2-40B4-BE49-F238E27FC236}">
                <a16:creationId xmlns="" xmlns:a16="http://schemas.microsoft.com/office/drawing/2014/main" id="{261CA5C0-B105-1444-A9BA-58ACF5D7BBB9}"/>
              </a:ext>
            </a:extLst>
          </p:cNvPr>
          <p:cNvSpPr txBox="1"/>
          <p:nvPr/>
        </p:nvSpPr>
        <p:spPr>
          <a:xfrm>
            <a:off x="2031434" y="1558261"/>
            <a:ext cx="3395196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 err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Verifica</a:t>
            </a:r>
            <a:r>
              <a:rPr lang="en" sz="2000" b="1" dirty="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  <a:r>
              <a:rPr lang="en" sz="2000" b="1" dirty="0" err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prerequisiti</a:t>
            </a:r>
            <a:endParaRPr sz="2000" b="1" dirty="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44" name="Google Shape;2128;p54">
            <a:extLst>
              <a:ext uri="{FF2B5EF4-FFF2-40B4-BE49-F238E27FC236}">
                <a16:creationId xmlns="" xmlns:a16="http://schemas.microsoft.com/office/drawing/2014/main" id="{3B208D90-42FE-E441-9F64-96A53C77C094}"/>
              </a:ext>
            </a:extLst>
          </p:cNvPr>
          <p:cNvSpPr txBox="1"/>
          <p:nvPr/>
        </p:nvSpPr>
        <p:spPr>
          <a:xfrm>
            <a:off x="2057569" y="2320212"/>
            <a:ext cx="3395196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 err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Esposizione</a:t>
            </a:r>
            <a:r>
              <a:rPr lang="en" sz="2000" b="1" dirty="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 </a:t>
            </a:r>
            <a:r>
              <a:rPr lang="en" sz="2000" b="1" dirty="0" err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argomenti</a:t>
            </a:r>
            <a:endParaRPr sz="2000" b="1" dirty="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47" name="Google Shape;2129;p54">
            <a:extLst>
              <a:ext uri="{FF2B5EF4-FFF2-40B4-BE49-F238E27FC236}">
                <a16:creationId xmlns="" xmlns:a16="http://schemas.microsoft.com/office/drawing/2014/main" id="{7CC707D1-874B-E04D-B2C0-2ECA1A36D6B5}"/>
              </a:ext>
            </a:extLst>
          </p:cNvPr>
          <p:cNvSpPr txBox="1"/>
          <p:nvPr/>
        </p:nvSpPr>
        <p:spPr>
          <a:xfrm>
            <a:off x="645459" y="3132105"/>
            <a:ext cx="141211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 err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Fase</a:t>
            </a:r>
            <a:r>
              <a:rPr lang="en" sz="3000" b="1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 3</a:t>
            </a:r>
            <a:endParaRPr sz="3000" b="1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" name="Google Shape;2128;p54">
            <a:extLst>
              <a:ext uri="{FF2B5EF4-FFF2-40B4-BE49-F238E27FC236}">
                <a16:creationId xmlns="" xmlns:a16="http://schemas.microsoft.com/office/drawing/2014/main" id="{06BA9710-5E19-3047-A47A-5CFF07166487}"/>
              </a:ext>
            </a:extLst>
          </p:cNvPr>
          <p:cNvSpPr txBox="1"/>
          <p:nvPr/>
        </p:nvSpPr>
        <p:spPr>
          <a:xfrm>
            <a:off x="2031434" y="3142905"/>
            <a:ext cx="4216966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 b="1" dirty="0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Verifica degli obiettivi</a:t>
            </a:r>
          </a:p>
        </p:txBody>
      </p:sp>
      <p:sp>
        <p:nvSpPr>
          <p:cNvPr id="61" name="CasellaDiTesto 60">
            <a:extLst>
              <a:ext uri="{FF2B5EF4-FFF2-40B4-BE49-F238E27FC236}">
                <a16:creationId xmlns="" xmlns:a16="http://schemas.microsoft.com/office/drawing/2014/main" id="{9463C83D-5DC4-D042-B9A5-94705850EF61}"/>
              </a:ext>
            </a:extLst>
          </p:cNvPr>
          <p:cNvSpPr txBox="1"/>
          <p:nvPr/>
        </p:nvSpPr>
        <p:spPr>
          <a:xfrm>
            <a:off x="4867836" y="4698475"/>
            <a:ext cx="37227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&lt;#docente#&gt;</a:t>
            </a:r>
          </a:p>
        </p:txBody>
      </p:sp>
      <p:grpSp>
        <p:nvGrpSpPr>
          <p:cNvPr id="62" name="Google Shape;11771;p80">
            <a:extLst>
              <a:ext uri="{FF2B5EF4-FFF2-40B4-BE49-F238E27FC236}">
                <a16:creationId xmlns="" xmlns:a16="http://schemas.microsoft.com/office/drawing/2014/main" id="{44638F95-E680-DF43-BCD4-A0D8CFBE5CF0}"/>
              </a:ext>
            </a:extLst>
          </p:cNvPr>
          <p:cNvGrpSpPr/>
          <p:nvPr/>
        </p:nvGrpSpPr>
        <p:grpSpPr>
          <a:xfrm>
            <a:off x="6729192" y="279401"/>
            <a:ext cx="1429521" cy="1432606"/>
            <a:chOff x="6259175" y="1559008"/>
            <a:chExt cx="271743" cy="272093"/>
          </a:xfrm>
          <a:solidFill>
            <a:schemeClr val="tx2"/>
          </a:solidFill>
        </p:grpSpPr>
        <p:sp>
          <p:nvSpPr>
            <p:cNvPr id="63" name="Google Shape;11772;p80">
              <a:extLst>
                <a:ext uri="{FF2B5EF4-FFF2-40B4-BE49-F238E27FC236}">
                  <a16:creationId xmlns="" xmlns:a16="http://schemas.microsoft.com/office/drawing/2014/main" id="{B588B5C0-0F04-544A-979E-44A254B54977}"/>
                </a:ext>
              </a:extLst>
            </p:cNvPr>
            <p:cNvSpPr/>
            <p:nvPr/>
          </p:nvSpPr>
          <p:spPr>
            <a:xfrm>
              <a:off x="6259175" y="1559008"/>
              <a:ext cx="271743" cy="272093"/>
            </a:xfrm>
            <a:custGeom>
              <a:avLst/>
              <a:gdLst/>
              <a:ahLst/>
              <a:cxnLst/>
              <a:rect l="l" t="t" r="r" b="b"/>
              <a:pathLst>
                <a:path w="8538" h="8549" extrusionOk="0">
                  <a:moveTo>
                    <a:pt x="4263" y="0"/>
                  </a:moveTo>
                  <a:cubicBezTo>
                    <a:pt x="3120" y="0"/>
                    <a:pt x="2049" y="453"/>
                    <a:pt x="1251" y="1250"/>
                  </a:cubicBezTo>
                  <a:cubicBezTo>
                    <a:pt x="441" y="2060"/>
                    <a:pt x="1" y="3131"/>
                    <a:pt x="1" y="4274"/>
                  </a:cubicBezTo>
                  <a:cubicBezTo>
                    <a:pt x="1" y="5417"/>
                    <a:pt x="441" y="6489"/>
                    <a:pt x="1251" y="7299"/>
                  </a:cubicBezTo>
                  <a:cubicBezTo>
                    <a:pt x="2049" y="8096"/>
                    <a:pt x="3120" y="8549"/>
                    <a:pt x="4263" y="8549"/>
                  </a:cubicBezTo>
                  <a:cubicBezTo>
                    <a:pt x="5418" y="8549"/>
                    <a:pt x="6490" y="8096"/>
                    <a:pt x="7287" y="7299"/>
                  </a:cubicBezTo>
                  <a:cubicBezTo>
                    <a:pt x="8097" y="6489"/>
                    <a:pt x="8537" y="5417"/>
                    <a:pt x="8537" y="4274"/>
                  </a:cubicBezTo>
                  <a:cubicBezTo>
                    <a:pt x="8526" y="4179"/>
                    <a:pt x="8526" y="4108"/>
                    <a:pt x="8526" y="4036"/>
                  </a:cubicBezTo>
                  <a:cubicBezTo>
                    <a:pt x="8526" y="3965"/>
                    <a:pt x="8466" y="3917"/>
                    <a:pt x="8383" y="3917"/>
                  </a:cubicBezTo>
                  <a:cubicBezTo>
                    <a:pt x="8311" y="3917"/>
                    <a:pt x="8276" y="3977"/>
                    <a:pt x="8276" y="4048"/>
                  </a:cubicBezTo>
                  <a:lnTo>
                    <a:pt x="8276" y="4274"/>
                  </a:lnTo>
                  <a:cubicBezTo>
                    <a:pt x="8276" y="5346"/>
                    <a:pt x="7859" y="6358"/>
                    <a:pt x="7097" y="7120"/>
                  </a:cubicBezTo>
                  <a:cubicBezTo>
                    <a:pt x="6335" y="7882"/>
                    <a:pt x="5323" y="8287"/>
                    <a:pt x="4251" y="8287"/>
                  </a:cubicBezTo>
                  <a:cubicBezTo>
                    <a:pt x="3180" y="8287"/>
                    <a:pt x="2168" y="7870"/>
                    <a:pt x="1406" y="7120"/>
                  </a:cubicBezTo>
                  <a:cubicBezTo>
                    <a:pt x="656" y="6358"/>
                    <a:pt x="239" y="5346"/>
                    <a:pt x="239" y="4274"/>
                  </a:cubicBezTo>
                  <a:cubicBezTo>
                    <a:pt x="239" y="3203"/>
                    <a:pt x="644" y="2191"/>
                    <a:pt x="1406" y="1429"/>
                  </a:cubicBezTo>
                  <a:cubicBezTo>
                    <a:pt x="2168" y="667"/>
                    <a:pt x="3180" y="250"/>
                    <a:pt x="4251" y="250"/>
                  </a:cubicBezTo>
                  <a:cubicBezTo>
                    <a:pt x="5204" y="250"/>
                    <a:pt x="6121" y="595"/>
                    <a:pt x="6847" y="1203"/>
                  </a:cubicBezTo>
                  <a:cubicBezTo>
                    <a:pt x="7561" y="1822"/>
                    <a:pt x="8049" y="2655"/>
                    <a:pt x="8216" y="3560"/>
                  </a:cubicBezTo>
                  <a:cubicBezTo>
                    <a:pt x="8227" y="3624"/>
                    <a:pt x="8276" y="3669"/>
                    <a:pt x="8337" y="3669"/>
                  </a:cubicBezTo>
                  <a:cubicBezTo>
                    <a:pt x="8344" y="3669"/>
                    <a:pt x="8352" y="3668"/>
                    <a:pt x="8359" y="3667"/>
                  </a:cubicBezTo>
                  <a:cubicBezTo>
                    <a:pt x="8430" y="3643"/>
                    <a:pt x="8478" y="3584"/>
                    <a:pt x="8466" y="3512"/>
                  </a:cubicBezTo>
                  <a:cubicBezTo>
                    <a:pt x="8287" y="2548"/>
                    <a:pt x="7775" y="1655"/>
                    <a:pt x="7025" y="1012"/>
                  </a:cubicBezTo>
                  <a:cubicBezTo>
                    <a:pt x="6251" y="357"/>
                    <a:pt x="5275" y="0"/>
                    <a:pt x="42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11773;p80">
              <a:extLst>
                <a:ext uri="{FF2B5EF4-FFF2-40B4-BE49-F238E27FC236}">
                  <a16:creationId xmlns="" xmlns:a16="http://schemas.microsoft.com/office/drawing/2014/main" id="{7270C5A1-9595-514A-8374-873CABF95844}"/>
                </a:ext>
              </a:extLst>
            </p:cNvPr>
            <p:cNvSpPr/>
            <p:nvPr/>
          </p:nvSpPr>
          <p:spPr>
            <a:xfrm>
              <a:off x="6278145" y="1577946"/>
              <a:ext cx="231927" cy="232309"/>
            </a:xfrm>
            <a:custGeom>
              <a:avLst/>
              <a:gdLst/>
              <a:ahLst/>
              <a:cxnLst/>
              <a:rect l="l" t="t" r="r" b="b"/>
              <a:pathLst>
                <a:path w="7287" h="7299" extrusionOk="0">
                  <a:moveTo>
                    <a:pt x="3643" y="0"/>
                  </a:moveTo>
                  <a:cubicBezTo>
                    <a:pt x="3119" y="0"/>
                    <a:pt x="2631" y="108"/>
                    <a:pt x="2155" y="322"/>
                  </a:cubicBezTo>
                  <a:cubicBezTo>
                    <a:pt x="1703" y="524"/>
                    <a:pt x="1310" y="810"/>
                    <a:pt x="964" y="1179"/>
                  </a:cubicBezTo>
                  <a:cubicBezTo>
                    <a:pt x="917" y="1227"/>
                    <a:pt x="917" y="1310"/>
                    <a:pt x="964" y="1358"/>
                  </a:cubicBezTo>
                  <a:cubicBezTo>
                    <a:pt x="988" y="1382"/>
                    <a:pt x="1021" y="1393"/>
                    <a:pt x="1054" y="1393"/>
                  </a:cubicBezTo>
                  <a:cubicBezTo>
                    <a:pt x="1086" y="1393"/>
                    <a:pt x="1119" y="1382"/>
                    <a:pt x="1143" y="1358"/>
                  </a:cubicBezTo>
                  <a:cubicBezTo>
                    <a:pt x="1453" y="1012"/>
                    <a:pt x="1822" y="750"/>
                    <a:pt x="2262" y="560"/>
                  </a:cubicBezTo>
                  <a:cubicBezTo>
                    <a:pt x="2691" y="358"/>
                    <a:pt x="3167" y="262"/>
                    <a:pt x="3643" y="262"/>
                  </a:cubicBezTo>
                  <a:cubicBezTo>
                    <a:pt x="5513" y="262"/>
                    <a:pt x="7037" y="1774"/>
                    <a:pt x="7037" y="3656"/>
                  </a:cubicBezTo>
                  <a:cubicBezTo>
                    <a:pt x="7037" y="5525"/>
                    <a:pt x="5513" y="7049"/>
                    <a:pt x="3643" y="7049"/>
                  </a:cubicBezTo>
                  <a:cubicBezTo>
                    <a:pt x="1762" y="7049"/>
                    <a:pt x="250" y="5525"/>
                    <a:pt x="250" y="3656"/>
                  </a:cubicBezTo>
                  <a:cubicBezTo>
                    <a:pt x="250" y="2977"/>
                    <a:pt x="441" y="2322"/>
                    <a:pt x="810" y="1774"/>
                  </a:cubicBezTo>
                  <a:cubicBezTo>
                    <a:pt x="857" y="1727"/>
                    <a:pt x="845" y="1655"/>
                    <a:pt x="786" y="1608"/>
                  </a:cubicBezTo>
                  <a:cubicBezTo>
                    <a:pt x="766" y="1596"/>
                    <a:pt x="743" y="1591"/>
                    <a:pt x="721" y="1591"/>
                  </a:cubicBezTo>
                  <a:cubicBezTo>
                    <a:pt x="676" y="1591"/>
                    <a:pt x="631" y="1612"/>
                    <a:pt x="607" y="1643"/>
                  </a:cubicBezTo>
                  <a:cubicBezTo>
                    <a:pt x="202" y="2239"/>
                    <a:pt x="0" y="2941"/>
                    <a:pt x="0" y="3656"/>
                  </a:cubicBezTo>
                  <a:cubicBezTo>
                    <a:pt x="0" y="4632"/>
                    <a:pt x="381" y="5537"/>
                    <a:pt x="1072" y="6227"/>
                  </a:cubicBezTo>
                  <a:cubicBezTo>
                    <a:pt x="1750" y="6906"/>
                    <a:pt x="2679" y="7299"/>
                    <a:pt x="3643" y="7299"/>
                  </a:cubicBezTo>
                  <a:cubicBezTo>
                    <a:pt x="4620" y="7299"/>
                    <a:pt x="5536" y="6906"/>
                    <a:pt x="6215" y="6227"/>
                  </a:cubicBezTo>
                  <a:cubicBezTo>
                    <a:pt x="6894" y="5537"/>
                    <a:pt x="7287" y="4620"/>
                    <a:pt x="7287" y="3656"/>
                  </a:cubicBezTo>
                  <a:cubicBezTo>
                    <a:pt x="7287" y="2679"/>
                    <a:pt x="6906" y="1763"/>
                    <a:pt x="6215" y="1072"/>
                  </a:cubicBezTo>
                  <a:cubicBezTo>
                    <a:pt x="5536" y="393"/>
                    <a:pt x="4608" y="0"/>
                    <a:pt x="364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11774;p80">
              <a:extLst>
                <a:ext uri="{FF2B5EF4-FFF2-40B4-BE49-F238E27FC236}">
                  <a16:creationId xmlns="" xmlns:a16="http://schemas.microsoft.com/office/drawing/2014/main" id="{F9DD6277-44F2-E94E-ACF1-F20B57602F17}"/>
                </a:ext>
              </a:extLst>
            </p:cNvPr>
            <p:cNvSpPr/>
            <p:nvPr/>
          </p:nvSpPr>
          <p:spPr>
            <a:xfrm>
              <a:off x="6297846" y="1690870"/>
              <a:ext cx="13272" cy="7607"/>
            </a:xfrm>
            <a:custGeom>
              <a:avLst/>
              <a:gdLst/>
              <a:ahLst/>
              <a:cxnLst/>
              <a:rect l="l" t="t" r="r" b="b"/>
              <a:pathLst>
                <a:path w="417" h="239" extrusionOk="0">
                  <a:moveTo>
                    <a:pt x="119" y="0"/>
                  </a:moveTo>
                  <a:cubicBezTo>
                    <a:pt x="48" y="0"/>
                    <a:pt x="0" y="36"/>
                    <a:pt x="0" y="120"/>
                  </a:cubicBezTo>
                  <a:cubicBezTo>
                    <a:pt x="0" y="191"/>
                    <a:pt x="60" y="239"/>
                    <a:pt x="119" y="239"/>
                  </a:cubicBezTo>
                  <a:lnTo>
                    <a:pt x="298" y="239"/>
                  </a:lnTo>
                  <a:cubicBezTo>
                    <a:pt x="369" y="239"/>
                    <a:pt x="417" y="179"/>
                    <a:pt x="417" y="120"/>
                  </a:cubicBezTo>
                  <a:cubicBezTo>
                    <a:pt x="417" y="60"/>
                    <a:pt x="357" y="0"/>
                    <a:pt x="29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11775;p80">
              <a:extLst>
                <a:ext uri="{FF2B5EF4-FFF2-40B4-BE49-F238E27FC236}">
                  <a16:creationId xmlns="" xmlns:a16="http://schemas.microsoft.com/office/drawing/2014/main" id="{F559DB77-38F0-9749-B99B-4BAB7CA7C88C}"/>
                </a:ext>
              </a:extLst>
            </p:cNvPr>
            <p:cNvSpPr/>
            <p:nvPr/>
          </p:nvSpPr>
          <p:spPr>
            <a:xfrm>
              <a:off x="6390687" y="1598029"/>
              <a:ext cx="100448" cy="100448"/>
            </a:xfrm>
            <a:custGeom>
              <a:avLst/>
              <a:gdLst/>
              <a:ahLst/>
              <a:cxnLst/>
              <a:rect l="l" t="t" r="r" b="b"/>
              <a:pathLst>
                <a:path w="3156" h="3156" extrusionOk="0">
                  <a:moveTo>
                    <a:pt x="119" y="0"/>
                  </a:moveTo>
                  <a:cubicBezTo>
                    <a:pt x="60" y="0"/>
                    <a:pt x="0" y="60"/>
                    <a:pt x="0" y="119"/>
                  </a:cubicBezTo>
                  <a:lnTo>
                    <a:pt x="0" y="3037"/>
                  </a:lnTo>
                  <a:cubicBezTo>
                    <a:pt x="0" y="3108"/>
                    <a:pt x="60" y="3156"/>
                    <a:pt x="119" y="3156"/>
                  </a:cubicBezTo>
                  <a:lnTo>
                    <a:pt x="3036" y="3156"/>
                  </a:lnTo>
                  <a:cubicBezTo>
                    <a:pt x="3108" y="3156"/>
                    <a:pt x="3155" y="3096"/>
                    <a:pt x="3155" y="3037"/>
                  </a:cubicBezTo>
                  <a:cubicBezTo>
                    <a:pt x="3155" y="2977"/>
                    <a:pt x="3096" y="2917"/>
                    <a:pt x="3036" y="2917"/>
                  </a:cubicBezTo>
                  <a:lnTo>
                    <a:pt x="250" y="2917"/>
                  </a:lnTo>
                  <a:lnTo>
                    <a:pt x="250" y="119"/>
                  </a:lnTo>
                  <a:lnTo>
                    <a:pt x="238" y="119"/>
                  </a:lnTo>
                  <a:cubicBezTo>
                    <a:pt x="238" y="48"/>
                    <a:pt x="179" y="0"/>
                    <a:pt x="1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11776;p80">
              <a:extLst>
                <a:ext uri="{FF2B5EF4-FFF2-40B4-BE49-F238E27FC236}">
                  <a16:creationId xmlns="" xmlns:a16="http://schemas.microsoft.com/office/drawing/2014/main" id="{7190F392-A6FD-CF49-A9B1-0A8AA63150DC}"/>
                </a:ext>
              </a:extLst>
            </p:cNvPr>
            <p:cNvSpPr/>
            <p:nvPr/>
          </p:nvSpPr>
          <p:spPr>
            <a:xfrm>
              <a:off x="6390305" y="1778013"/>
              <a:ext cx="7607" cy="13304"/>
            </a:xfrm>
            <a:custGeom>
              <a:avLst/>
              <a:gdLst/>
              <a:ahLst/>
              <a:cxnLst/>
              <a:rect l="l" t="t" r="r" b="b"/>
              <a:pathLst>
                <a:path w="239" h="418" extrusionOk="0">
                  <a:moveTo>
                    <a:pt x="119" y="1"/>
                  </a:moveTo>
                  <a:cubicBezTo>
                    <a:pt x="60" y="1"/>
                    <a:pt x="0" y="60"/>
                    <a:pt x="0" y="120"/>
                  </a:cubicBezTo>
                  <a:lnTo>
                    <a:pt x="0" y="299"/>
                  </a:lnTo>
                  <a:cubicBezTo>
                    <a:pt x="0" y="370"/>
                    <a:pt x="60" y="418"/>
                    <a:pt x="119" y="418"/>
                  </a:cubicBezTo>
                  <a:cubicBezTo>
                    <a:pt x="179" y="418"/>
                    <a:pt x="238" y="358"/>
                    <a:pt x="238" y="299"/>
                  </a:cubicBezTo>
                  <a:lnTo>
                    <a:pt x="238" y="120"/>
                  </a:lnTo>
                  <a:cubicBezTo>
                    <a:pt x="238" y="49"/>
                    <a:pt x="179" y="1"/>
                    <a:pt x="11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11777;p80">
              <a:extLst>
                <a:ext uri="{FF2B5EF4-FFF2-40B4-BE49-F238E27FC236}">
                  <a16:creationId xmlns="" xmlns:a16="http://schemas.microsoft.com/office/drawing/2014/main" id="{DC2C69A4-769D-D54A-AAA2-FD048B35CA11}"/>
                </a:ext>
              </a:extLst>
            </p:cNvPr>
            <p:cNvSpPr/>
            <p:nvPr/>
          </p:nvSpPr>
          <p:spPr>
            <a:xfrm>
              <a:off x="6324358" y="1624923"/>
              <a:ext cx="12922" cy="11776"/>
            </a:xfrm>
            <a:custGeom>
              <a:avLst/>
              <a:gdLst/>
              <a:ahLst/>
              <a:cxnLst/>
              <a:rect l="l" t="t" r="r" b="b"/>
              <a:pathLst>
                <a:path w="406" h="370" extrusionOk="0">
                  <a:moveTo>
                    <a:pt x="133" y="1"/>
                  </a:moveTo>
                  <a:cubicBezTo>
                    <a:pt x="99" y="1"/>
                    <a:pt x="66" y="13"/>
                    <a:pt x="48" y="36"/>
                  </a:cubicBezTo>
                  <a:cubicBezTo>
                    <a:pt x="1" y="72"/>
                    <a:pt x="1" y="167"/>
                    <a:pt x="48" y="215"/>
                  </a:cubicBezTo>
                  <a:lnTo>
                    <a:pt x="179" y="346"/>
                  </a:lnTo>
                  <a:cubicBezTo>
                    <a:pt x="215" y="370"/>
                    <a:pt x="239" y="370"/>
                    <a:pt x="274" y="370"/>
                  </a:cubicBezTo>
                  <a:cubicBezTo>
                    <a:pt x="298" y="370"/>
                    <a:pt x="334" y="358"/>
                    <a:pt x="358" y="346"/>
                  </a:cubicBezTo>
                  <a:cubicBezTo>
                    <a:pt x="405" y="298"/>
                    <a:pt x="405" y="215"/>
                    <a:pt x="358" y="167"/>
                  </a:cubicBezTo>
                  <a:lnTo>
                    <a:pt x="227" y="36"/>
                  </a:lnTo>
                  <a:cubicBezTo>
                    <a:pt x="203" y="13"/>
                    <a:pt x="167" y="1"/>
                    <a:pt x="1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11778;p80">
              <a:extLst>
                <a:ext uri="{FF2B5EF4-FFF2-40B4-BE49-F238E27FC236}">
                  <a16:creationId xmlns="" xmlns:a16="http://schemas.microsoft.com/office/drawing/2014/main" id="{574C002A-2D92-8440-9B01-663339B39670}"/>
                </a:ext>
              </a:extLst>
            </p:cNvPr>
            <p:cNvSpPr/>
            <p:nvPr/>
          </p:nvSpPr>
          <p:spPr>
            <a:xfrm>
              <a:off x="6451700" y="1752265"/>
              <a:ext cx="12890" cy="11776"/>
            </a:xfrm>
            <a:custGeom>
              <a:avLst/>
              <a:gdLst/>
              <a:ahLst/>
              <a:cxnLst/>
              <a:rect l="l" t="t" r="r" b="b"/>
              <a:pathLst>
                <a:path w="405" h="370" extrusionOk="0">
                  <a:moveTo>
                    <a:pt x="133" y="0"/>
                  </a:moveTo>
                  <a:cubicBezTo>
                    <a:pt x="101" y="0"/>
                    <a:pt x="72" y="12"/>
                    <a:pt x="48" y="36"/>
                  </a:cubicBezTo>
                  <a:cubicBezTo>
                    <a:pt x="0" y="84"/>
                    <a:pt x="0" y="167"/>
                    <a:pt x="48" y="215"/>
                  </a:cubicBezTo>
                  <a:lnTo>
                    <a:pt x="179" y="346"/>
                  </a:lnTo>
                  <a:cubicBezTo>
                    <a:pt x="214" y="369"/>
                    <a:pt x="238" y="369"/>
                    <a:pt x="274" y="369"/>
                  </a:cubicBezTo>
                  <a:cubicBezTo>
                    <a:pt x="298" y="369"/>
                    <a:pt x="333" y="357"/>
                    <a:pt x="357" y="346"/>
                  </a:cubicBezTo>
                  <a:cubicBezTo>
                    <a:pt x="405" y="298"/>
                    <a:pt x="405" y="215"/>
                    <a:pt x="357" y="167"/>
                  </a:cubicBezTo>
                  <a:lnTo>
                    <a:pt x="226" y="36"/>
                  </a:lnTo>
                  <a:cubicBezTo>
                    <a:pt x="197" y="12"/>
                    <a:pt x="164" y="0"/>
                    <a:pt x="1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11779;p80">
              <a:extLst>
                <a:ext uri="{FF2B5EF4-FFF2-40B4-BE49-F238E27FC236}">
                  <a16:creationId xmlns="" xmlns:a16="http://schemas.microsoft.com/office/drawing/2014/main" id="{FF16C571-A6E3-1844-8CA6-59AF15A50ED1}"/>
                </a:ext>
              </a:extLst>
            </p:cNvPr>
            <p:cNvSpPr/>
            <p:nvPr/>
          </p:nvSpPr>
          <p:spPr>
            <a:xfrm>
              <a:off x="6451700" y="1624923"/>
              <a:ext cx="12890" cy="11776"/>
            </a:xfrm>
            <a:custGeom>
              <a:avLst/>
              <a:gdLst/>
              <a:ahLst/>
              <a:cxnLst/>
              <a:rect l="l" t="t" r="r" b="b"/>
              <a:pathLst>
                <a:path w="405" h="370" extrusionOk="0">
                  <a:moveTo>
                    <a:pt x="272" y="1"/>
                  </a:moveTo>
                  <a:cubicBezTo>
                    <a:pt x="238" y="1"/>
                    <a:pt x="202" y="13"/>
                    <a:pt x="179" y="36"/>
                  </a:cubicBezTo>
                  <a:lnTo>
                    <a:pt x="48" y="167"/>
                  </a:lnTo>
                  <a:cubicBezTo>
                    <a:pt x="0" y="215"/>
                    <a:pt x="0" y="298"/>
                    <a:pt x="48" y="346"/>
                  </a:cubicBezTo>
                  <a:cubicBezTo>
                    <a:pt x="83" y="370"/>
                    <a:pt x="107" y="370"/>
                    <a:pt x="143" y="370"/>
                  </a:cubicBezTo>
                  <a:cubicBezTo>
                    <a:pt x="167" y="370"/>
                    <a:pt x="202" y="370"/>
                    <a:pt x="226" y="346"/>
                  </a:cubicBezTo>
                  <a:lnTo>
                    <a:pt x="357" y="215"/>
                  </a:lnTo>
                  <a:cubicBezTo>
                    <a:pt x="405" y="167"/>
                    <a:pt x="405" y="72"/>
                    <a:pt x="357" y="36"/>
                  </a:cubicBezTo>
                  <a:cubicBezTo>
                    <a:pt x="339" y="13"/>
                    <a:pt x="307" y="1"/>
                    <a:pt x="2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11780;p80">
              <a:extLst>
                <a:ext uri="{FF2B5EF4-FFF2-40B4-BE49-F238E27FC236}">
                  <a16:creationId xmlns="" xmlns:a16="http://schemas.microsoft.com/office/drawing/2014/main" id="{1C931076-73CC-754D-8BA5-3BFBEFD0B1A0}"/>
                </a:ext>
              </a:extLst>
            </p:cNvPr>
            <p:cNvSpPr/>
            <p:nvPr/>
          </p:nvSpPr>
          <p:spPr>
            <a:xfrm>
              <a:off x="6324358" y="1751883"/>
              <a:ext cx="12922" cy="11776"/>
            </a:xfrm>
            <a:custGeom>
              <a:avLst/>
              <a:gdLst/>
              <a:ahLst/>
              <a:cxnLst/>
              <a:rect l="l" t="t" r="r" b="b"/>
              <a:pathLst>
                <a:path w="406" h="370" extrusionOk="0">
                  <a:moveTo>
                    <a:pt x="268" y="0"/>
                  </a:moveTo>
                  <a:cubicBezTo>
                    <a:pt x="236" y="0"/>
                    <a:pt x="203" y="12"/>
                    <a:pt x="179" y="36"/>
                  </a:cubicBezTo>
                  <a:lnTo>
                    <a:pt x="48" y="167"/>
                  </a:lnTo>
                  <a:cubicBezTo>
                    <a:pt x="1" y="227"/>
                    <a:pt x="1" y="298"/>
                    <a:pt x="48" y="346"/>
                  </a:cubicBezTo>
                  <a:cubicBezTo>
                    <a:pt x="72" y="369"/>
                    <a:pt x="108" y="369"/>
                    <a:pt x="132" y="369"/>
                  </a:cubicBezTo>
                  <a:cubicBezTo>
                    <a:pt x="167" y="369"/>
                    <a:pt x="191" y="358"/>
                    <a:pt x="227" y="346"/>
                  </a:cubicBezTo>
                  <a:lnTo>
                    <a:pt x="358" y="215"/>
                  </a:lnTo>
                  <a:cubicBezTo>
                    <a:pt x="405" y="167"/>
                    <a:pt x="405" y="72"/>
                    <a:pt x="358" y="36"/>
                  </a:cubicBezTo>
                  <a:cubicBezTo>
                    <a:pt x="334" y="12"/>
                    <a:pt x="301" y="0"/>
                    <a:pt x="2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11781;p80">
              <a:extLst>
                <a:ext uri="{FF2B5EF4-FFF2-40B4-BE49-F238E27FC236}">
                  <a16:creationId xmlns="" xmlns:a16="http://schemas.microsoft.com/office/drawing/2014/main" id="{F2602617-019D-3541-A631-23761C55C163}"/>
                </a:ext>
              </a:extLst>
            </p:cNvPr>
            <p:cNvSpPr/>
            <p:nvPr/>
          </p:nvSpPr>
          <p:spPr>
            <a:xfrm>
              <a:off x="6304657" y="1653823"/>
              <a:ext cx="14036" cy="10567"/>
            </a:xfrm>
            <a:custGeom>
              <a:avLst/>
              <a:gdLst/>
              <a:ahLst/>
              <a:cxnLst/>
              <a:rect l="l" t="t" r="r" b="b"/>
              <a:pathLst>
                <a:path w="441" h="332" extrusionOk="0">
                  <a:moveTo>
                    <a:pt x="143" y="0"/>
                  </a:moveTo>
                  <a:cubicBezTo>
                    <a:pt x="97" y="0"/>
                    <a:pt x="51" y="25"/>
                    <a:pt x="24" y="69"/>
                  </a:cubicBezTo>
                  <a:cubicBezTo>
                    <a:pt x="0" y="129"/>
                    <a:pt x="24" y="212"/>
                    <a:pt x="84" y="236"/>
                  </a:cubicBezTo>
                  <a:lnTo>
                    <a:pt x="250" y="307"/>
                  </a:lnTo>
                  <a:cubicBezTo>
                    <a:pt x="262" y="307"/>
                    <a:pt x="274" y="331"/>
                    <a:pt x="298" y="331"/>
                  </a:cubicBezTo>
                  <a:cubicBezTo>
                    <a:pt x="334" y="331"/>
                    <a:pt x="381" y="295"/>
                    <a:pt x="417" y="260"/>
                  </a:cubicBezTo>
                  <a:cubicBezTo>
                    <a:pt x="441" y="200"/>
                    <a:pt x="417" y="117"/>
                    <a:pt x="358" y="93"/>
                  </a:cubicBezTo>
                  <a:lnTo>
                    <a:pt x="191" y="10"/>
                  </a:lnTo>
                  <a:cubicBezTo>
                    <a:pt x="176" y="3"/>
                    <a:pt x="159" y="0"/>
                    <a:pt x="14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11782;p80">
              <a:extLst>
                <a:ext uri="{FF2B5EF4-FFF2-40B4-BE49-F238E27FC236}">
                  <a16:creationId xmlns="" xmlns:a16="http://schemas.microsoft.com/office/drawing/2014/main" id="{B1B08B43-2D28-B549-B533-2E067E356F71}"/>
                </a:ext>
              </a:extLst>
            </p:cNvPr>
            <p:cNvSpPr/>
            <p:nvPr/>
          </p:nvSpPr>
          <p:spPr>
            <a:xfrm>
              <a:off x="6469874" y="1724511"/>
              <a:ext cx="14068" cy="10344"/>
            </a:xfrm>
            <a:custGeom>
              <a:avLst/>
              <a:gdLst/>
              <a:ahLst/>
              <a:cxnLst/>
              <a:rect l="l" t="t" r="r" b="b"/>
              <a:pathLst>
                <a:path w="442" h="325" extrusionOk="0">
                  <a:moveTo>
                    <a:pt x="140" y="1"/>
                  </a:moveTo>
                  <a:cubicBezTo>
                    <a:pt x="95" y="1"/>
                    <a:pt x="50" y="31"/>
                    <a:pt x="24" y="75"/>
                  </a:cubicBezTo>
                  <a:cubicBezTo>
                    <a:pt x="1" y="134"/>
                    <a:pt x="24" y="206"/>
                    <a:pt x="84" y="241"/>
                  </a:cubicBezTo>
                  <a:lnTo>
                    <a:pt x="251" y="313"/>
                  </a:lnTo>
                  <a:cubicBezTo>
                    <a:pt x="263" y="313"/>
                    <a:pt x="286" y="325"/>
                    <a:pt x="298" y="325"/>
                  </a:cubicBezTo>
                  <a:cubicBezTo>
                    <a:pt x="346" y="325"/>
                    <a:pt x="382" y="301"/>
                    <a:pt x="417" y="253"/>
                  </a:cubicBezTo>
                  <a:cubicBezTo>
                    <a:pt x="441" y="194"/>
                    <a:pt x="417" y="122"/>
                    <a:pt x="358" y="86"/>
                  </a:cubicBezTo>
                  <a:lnTo>
                    <a:pt x="191" y="15"/>
                  </a:lnTo>
                  <a:cubicBezTo>
                    <a:pt x="175" y="5"/>
                    <a:pt x="157" y="1"/>
                    <a:pt x="1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11783;p80">
              <a:extLst>
                <a:ext uri="{FF2B5EF4-FFF2-40B4-BE49-F238E27FC236}">
                  <a16:creationId xmlns="" xmlns:a16="http://schemas.microsoft.com/office/drawing/2014/main" id="{70FBBEEF-58F9-7D45-8DDA-0F05AD13B43C}"/>
                </a:ext>
              </a:extLst>
            </p:cNvPr>
            <p:cNvSpPr/>
            <p:nvPr/>
          </p:nvSpPr>
          <p:spPr>
            <a:xfrm>
              <a:off x="6424392" y="1605158"/>
              <a:ext cx="11394" cy="13368"/>
            </a:xfrm>
            <a:custGeom>
              <a:avLst/>
              <a:gdLst/>
              <a:ahLst/>
              <a:cxnLst/>
              <a:rect l="l" t="t" r="r" b="b"/>
              <a:pathLst>
                <a:path w="358" h="420" extrusionOk="0">
                  <a:moveTo>
                    <a:pt x="212" y="0"/>
                  </a:moveTo>
                  <a:cubicBezTo>
                    <a:pt x="168" y="0"/>
                    <a:pt x="125" y="31"/>
                    <a:pt x="108" y="74"/>
                  </a:cubicBezTo>
                  <a:lnTo>
                    <a:pt x="25" y="229"/>
                  </a:lnTo>
                  <a:cubicBezTo>
                    <a:pt x="1" y="288"/>
                    <a:pt x="25" y="372"/>
                    <a:pt x="84" y="396"/>
                  </a:cubicBezTo>
                  <a:cubicBezTo>
                    <a:pt x="108" y="419"/>
                    <a:pt x="120" y="419"/>
                    <a:pt x="132" y="419"/>
                  </a:cubicBezTo>
                  <a:cubicBezTo>
                    <a:pt x="179" y="419"/>
                    <a:pt x="215" y="384"/>
                    <a:pt x="251" y="336"/>
                  </a:cubicBezTo>
                  <a:lnTo>
                    <a:pt x="322" y="181"/>
                  </a:lnTo>
                  <a:cubicBezTo>
                    <a:pt x="358" y="122"/>
                    <a:pt x="322" y="38"/>
                    <a:pt x="263" y="15"/>
                  </a:cubicBezTo>
                  <a:cubicBezTo>
                    <a:pt x="246" y="5"/>
                    <a:pt x="229" y="0"/>
                    <a:pt x="2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11784;p80">
              <a:extLst>
                <a:ext uri="{FF2B5EF4-FFF2-40B4-BE49-F238E27FC236}">
                  <a16:creationId xmlns="" xmlns:a16="http://schemas.microsoft.com/office/drawing/2014/main" id="{C41C05D3-9EA0-9C44-B011-3328AF4E31E4}"/>
                </a:ext>
              </a:extLst>
            </p:cNvPr>
            <p:cNvSpPr/>
            <p:nvPr/>
          </p:nvSpPr>
          <p:spPr>
            <a:xfrm>
              <a:off x="6353926" y="1770916"/>
              <a:ext cx="11394" cy="13208"/>
            </a:xfrm>
            <a:custGeom>
              <a:avLst/>
              <a:gdLst/>
              <a:ahLst/>
              <a:cxnLst/>
              <a:rect l="l" t="t" r="r" b="b"/>
              <a:pathLst>
                <a:path w="358" h="415" extrusionOk="0">
                  <a:moveTo>
                    <a:pt x="214" y="0"/>
                  </a:moveTo>
                  <a:cubicBezTo>
                    <a:pt x="168" y="0"/>
                    <a:pt x="122" y="25"/>
                    <a:pt x="96" y="69"/>
                  </a:cubicBezTo>
                  <a:lnTo>
                    <a:pt x="24" y="236"/>
                  </a:lnTo>
                  <a:cubicBezTo>
                    <a:pt x="0" y="295"/>
                    <a:pt x="24" y="367"/>
                    <a:pt x="84" y="402"/>
                  </a:cubicBezTo>
                  <a:cubicBezTo>
                    <a:pt x="96" y="402"/>
                    <a:pt x="119" y="414"/>
                    <a:pt x="131" y="414"/>
                  </a:cubicBezTo>
                  <a:cubicBezTo>
                    <a:pt x="179" y="414"/>
                    <a:pt x="215" y="391"/>
                    <a:pt x="250" y="343"/>
                  </a:cubicBezTo>
                  <a:lnTo>
                    <a:pt x="322" y="176"/>
                  </a:lnTo>
                  <a:cubicBezTo>
                    <a:pt x="357" y="117"/>
                    <a:pt x="322" y="45"/>
                    <a:pt x="262" y="10"/>
                  </a:cubicBezTo>
                  <a:cubicBezTo>
                    <a:pt x="247" y="3"/>
                    <a:pt x="231" y="0"/>
                    <a:pt x="2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11785;p80">
              <a:extLst>
                <a:ext uri="{FF2B5EF4-FFF2-40B4-BE49-F238E27FC236}">
                  <a16:creationId xmlns="" xmlns:a16="http://schemas.microsoft.com/office/drawing/2014/main" id="{8A91710C-7D7A-554D-AA6C-F6D0CFC189D4}"/>
                </a:ext>
              </a:extLst>
            </p:cNvPr>
            <p:cNvSpPr/>
            <p:nvPr/>
          </p:nvSpPr>
          <p:spPr>
            <a:xfrm>
              <a:off x="6355040" y="1604363"/>
              <a:ext cx="11044" cy="13399"/>
            </a:xfrm>
            <a:custGeom>
              <a:avLst/>
              <a:gdLst/>
              <a:ahLst/>
              <a:cxnLst/>
              <a:rect l="l" t="t" r="r" b="b"/>
              <a:pathLst>
                <a:path w="347" h="421" extrusionOk="0">
                  <a:moveTo>
                    <a:pt x="127" y="1"/>
                  </a:moveTo>
                  <a:cubicBezTo>
                    <a:pt x="116" y="1"/>
                    <a:pt x="106" y="2"/>
                    <a:pt x="96" y="4"/>
                  </a:cubicBezTo>
                  <a:cubicBezTo>
                    <a:pt x="37" y="40"/>
                    <a:pt x="1" y="111"/>
                    <a:pt x="25" y="171"/>
                  </a:cubicBezTo>
                  <a:lnTo>
                    <a:pt x="96" y="337"/>
                  </a:lnTo>
                  <a:cubicBezTo>
                    <a:pt x="120" y="397"/>
                    <a:pt x="168" y="421"/>
                    <a:pt x="215" y="421"/>
                  </a:cubicBezTo>
                  <a:cubicBezTo>
                    <a:pt x="227" y="421"/>
                    <a:pt x="239" y="421"/>
                    <a:pt x="263" y="409"/>
                  </a:cubicBezTo>
                  <a:cubicBezTo>
                    <a:pt x="322" y="373"/>
                    <a:pt x="346" y="301"/>
                    <a:pt x="334" y="242"/>
                  </a:cubicBezTo>
                  <a:lnTo>
                    <a:pt x="263" y="75"/>
                  </a:lnTo>
                  <a:cubicBezTo>
                    <a:pt x="233" y="26"/>
                    <a:pt x="179" y="1"/>
                    <a:pt x="1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11786;p80">
              <a:extLst>
                <a:ext uri="{FF2B5EF4-FFF2-40B4-BE49-F238E27FC236}">
                  <a16:creationId xmlns="" xmlns:a16="http://schemas.microsoft.com/office/drawing/2014/main" id="{48D16E7F-5BBF-3C43-A841-348D78F70478}"/>
                </a:ext>
              </a:extLst>
            </p:cNvPr>
            <p:cNvSpPr/>
            <p:nvPr/>
          </p:nvSpPr>
          <p:spPr>
            <a:xfrm>
              <a:off x="6422514" y="1771489"/>
              <a:ext cx="11012" cy="13017"/>
            </a:xfrm>
            <a:custGeom>
              <a:avLst/>
              <a:gdLst/>
              <a:ahLst/>
              <a:cxnLst/>
              <a:rect l="l" t="t" r="r" b="b"/>
              <a:pathLst>
                <a:path w="346" h="409" extrusionOk="0">
                  <a:moveTo>
                    <a:pt x="151" y="1"/>
                  </a:moveTo>
                  <a:cubicBezTo>
                    <a:pt x="130" y="1"/>
                    <a:pt x="107" y="5"/>
                    <a:pt x="84" y="15"/>
                  </a:cubicBezTo>
                  <a:cubicBezTo>
                    <a:pt x="24" y="39"/>
                    <a:pt x="0" y="111"/>
                    <a:pt x="12" y="170"/>
                  </a:cubicBezTo>
                  <a:lnTo>
                    <a:pt x="84" y="337"/>
                  </a:lnTo>
                  <a:cubicBezTo>
                    <a:pt x="107" y="384"/>
                    <a:pt x="143" y="408"/>
                    <a:pt x="203" y="408"/>
                  </a:cubicBezTo>
                  <a:cubicBezTo>
                    <a:pt x="227" y="408"/>
                    <a:pt x="238" y="408"/>
                    <a:pt x="250" y="396"/>
                  </a:cubicBezTo>
                  <a:cubicBezTo>
                    <a:pt x="310" y="373"/>
                    <a:pt x="346" y="289"/>
                    <a:pt x="322" y="230"/>
                  </a:cubicBezTo>
                  <a:lnTo>
                    <a:pt x="250" y="63"/>
                  </a:lnTo>
                  <a:cubicBezTo>
                    <a:pt x="242" y="29"/>
                    <a:pt x="203" y="1"/>
                    <a:pt x="15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11787;p80">
              <a:extLst>
                <a:ext uri="{FF2B5EF4-FFF2-40B4-BE49-F238E27FC236}">
                  <a16:creationId xmlns="" xmlns:a16="http://schemas.microsoft.com/office/drawing/2014/main" id="{50EE2A3C-E23D-AC49-B386-5627D0D8F527}"/>
                </a:ext>
              </a:extLst>
            </p:cNvPr>
            <p:cNvSpPr/>
            <p:nvPr/>
          </p:nvSpPr>
          <p:spPr>
            <a:xfrm>
              <a:off x="6470637" y="1655541"/>
              <a:ext cx="14036" cy="10726"/>
            </a:xfrm>
            <a:custGeom>
              <a:avLst/>
              <a:gdLst/>
              <a:ahLst/>
              <a:cxnLst/>
              <a:rect l="l" t="t" r="r" b="b"/>
              <a:pathLst>
                <a:path w="441" h="337" extrusionOk="0">
                  <a:moveTo>
                    <a:pt x="293" y="0"/>
                  </a:moveTo>
                  <a:cubicBezTo>
                    <a:pt x="282" y="0"/>
                    <a:pt x="272" y="1"/>
                    <a:pt x="262" y="3"/>
                  </a:cubicBezTo>
                  <a:lnTo>
                    <a:pt x="96" y="75"/>
                  </a:lnTo>
                  <a:cubicBezTo>
                    <a:pt x="36" y="110"/>
                    <a:pt x="0" y="182"/>
                    <a:pt x="24" y="241"/>
                  </a:cubicBezTo>
                  <a:cubicBezTo>
                    <a:pt x="48" y="301"/>
                    <a:pt x="96" y="337"/>
                    <a:pt x="143" y="337"/>
                  </a:cubicBezTo>
                  <a:cubicBezTo>
                    <a:pt x="155" y="337"/>
                    <a:pt x="167" y="337"/>
                    <a:pt x="179" y="313"/>
                  </a:cubicBezTo>
                  <a:lnTo>
                    <a:pt x="346" y="241"/>
                  </a:lnTo>
                  <a:cubicBezTo>
                    <a:pt x="405" y="217"/>
                    <a:pt x="441" y="134"/>
                    <a:pt x="417" y="75"/>
                  </a:cubicBezTo>
                  <a:cubicBezTo>
                    <a:pt x="397" y="25"/>
                    <a:pt x="344" y="0"/>
                    <a:pt x="29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11788;p80">
              <a:extLst>
                <a:ext uri="{FF2B5EF4-FFF2-40B4-BE49-F238E27FC236}">
                  <a16:creationId xmlns="" xmlns:a16="http://schemas.microsoft.com/office/drawing/2014/main" id="{431EA8C2-26EC-834E-BF71-0917ACFBD48F}"/>
                </a:ext>
              </a:extLst>
            </p:cNvPr>
            <p:cNvSpPr/>
            <p:nvPr/>
          </p:nvSpPr>
          <p:spPr>
            <a:xfrm>
              <a:off x="6303893" y="1723175"/>
              <a:ext cx="13686" cy="10153"/>
            </a:xfrm>
            <a:custGeom>
              <a:avLst/>
              <a:gdLst/>
              <a:ahLst/>
              <a:cxnLst/>
              <a:rect l="l" t="t" r="r" b="b"/>
              <a:pathLst>
                <a:path w="430" h="319" extrusionOk="0">
                  <a:moveTo>
                    <a:pt x="317" y="0"/>
                  </a:moveTo>
                  <a:cubicBezTo>
                    <a:pt x="299" y="0"/>
                    <a:pt x="281" y="3"/>
                    <a:pt x="263" y="9"/>
                  </a:cubicBezTo>
                  <a:lnTo>
                    <a:pt x="96" y="81"/>
                  </a:lnTo>
                  <a:cubicBezTo>
                    <a:pt x="36" y="117"/>
                    <a:pt x="1" y="188"/>
                    <a:pt x="24" y="248"/>
                  </a:cubicBezTo>
                  <a:cubicBezTo>
                    <a:pt x="36" y="295"/>
                    <a:pt x="84" y="319"/>
                    <a:pt x="144" y="319"/>
                  </a:cubicBezTo>
                  <a:cubicBezTo>
                    <a:pt x="155" y="319"/>
                    <a:pt x="167" y="319"/>
                    <a:pt x="179" y="307"/>
                  </a:cubicBezTo>
                  <a:lnTo>
                    <a:pt x="346" y="236"/>
                  </a:lnTo>
                  <a:cubicBezTo>
                    <a:pt x="405" y="200"/>
                    <a:pt x="429" y="128"/>
                    <a:pt x="417" y="69"/>
                  </a:cubicBezTo>
                  <a:cubicBezTo>
                    <a:pt x="409" y="25"/>
                    <a:pt x="367" y="0"/>
                    <a:pt x="3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0" name="Google Shape;2128;p54">
            <a:extLst>
              <a:ext uri="{FF2B5EF4-FFF2-40B4-BE49-F238E27FC236}">
                <a16:creationId xmlns="" xmlns:a16="http://schemas.microsoft.com/office/drawing/2014/main" id="{D3EAC12E-B2D3-BA44-980D-5E8E4CFB87C7}"/>
              </a:ext>
            </a:extLst>
          </p:cNvPr>
          <p:cNvSpPr txBox="1"/>
          <p:nvPr/>
        </p:nvSpPr>
        <p:spPr>
          <a:xfrm>
            <a:off x="6729192" y="1650790"/>
            <a:ext cx="139036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 err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rPr>
              <a:t>Durata</a:t>
            </a:r>
            <a:endParaRPr sz="2000" b="1" dirty="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81" name="Google Shape;2126;p54">
            <a:extLst>
              <a:ext uri="{FF2B5EF4-FFF2-40B4-BE49-F238E27FC236}">
                <a16:creationId xmlns="" xmlns:a16="http://schemas.microsoft.com/office/drawing/2014/main" id="{74686D69-CE3D-A347-984F-B261B7CC064B}"/>
              </a:ext>
            </a:extLst>
          </p:cNvPr>
          <p:cNvSpPr txBox="1"/>
          <p:nvPr/>
        </p:nvSpPr>
        <p:spPr>
          <a:xfrm>
            <a:off x="6476386" y="2288648"/>
            <a:ext cx="1965282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000" b="1" dirty="0" smtClean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&lt;#durata#&gt;</a:t>
            </a:r>
            <a:endParaRPr sz="3000" b="1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" name="Google Shape;2126;p54">
            <a:extLst>
              <a:ext uri="{FF2B5EF4-FFF2-40B4-BE49-F238E27FC236}">
                <a16:creationId xmlns="" xmlns:a16="http://schemas.microsoft.com/office/drawing/2014/main" id="{8D7483E2-B438-394F-ADED-9DD946114959}"/>
              </a:ext>
            </a:extLst>
          </p:cNvPr>
          <p:cNvSpPr txBox="1"/>
          <p:nvPr/>
        </p:nvSpPr>
        <p:spPr>
          <a:xfrm>
            <a:off x="6436369" y="2560057"/>
            <a:ext cx="1965282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000" b="1" dirty="0" smtClean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minuti</a:t>
            </a:r>
            <a:endParaRPr sz="3000" b="1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2087103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4" name="Google Shape;1534;p39"/>
          <p:cNvGrpSpPr/>
          <p:nvPr/>
        </p:nvGrpSpPr>
        <p:grpSpPr>
          <a:xfrm>
            <a:off x="-123925" y="4132283"/>
            <a:ext cx="4558967" cy="1141122"/>
            <a:chOff x="-123925" y="4132283"/>
            <a:chExt cx="4558967" cy="1141122"/>
          </a:xfrm>
        </p:grpSpPr>
        <p:grpSp>
          <p:nvGrpSpPr>
            <p:cNvPr id="1535" name="Google Shape;1535;p39"/>
            <p:cNvGrpSpPr/>
            <p:nvPr/>
          </p:nvGrpSpPr>
          <p:grpSpPr>
            <a:xfrm>
              <a:off x="-2" y="4132283"/>
              <a:ext cx="2308406" cy="1141122"/>
              <a:chOff x="-2" y="4132283"/>
              <a:chExt cx="2308406" cy="1141122"/>
            </a:xfrm>
          </p:grpSpPr>
          <p:sp>
            <p:nvSpPr>
              <p:cNvPr id="1536" name="Google Shape;1536;p39"/>
              <p:cNvSpPr/>
              <p:nvPr/>
            </p:nvSpPr>
            <p:spPr>
              <a:xfrm rot="5400000">
                <a:off x="663005" y="3628622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Google Shape;1537;p39"/>
              <p:cNvSpPr/>
              <p:nvPr/>
            </p:nvSpPr>
            <p:spPr>
              <a:xfrm rot="5400000">
                <a:off x="663620" y="3469276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38" name="Google Shape;1538;p39"/>
            <p:cNvGrpSpPr/>
            <p:nvPr/>
          </p:nvGrpSpPr>
          <p:grpSpPr>
            <a:xfrm>
              <a:off x="-123925" y="4386226"/>
              <a:ext cx="4558967" cy="134100"/>
              <a:chOff x="796100" y="3019701"/>
              <a:chExt cx="4558967" cy="134100"/>
            </a:xfrm>
          </p:grpSpPr>
          <p:sp>
            <p:nvSpPr>
              <p:cNvPr id="1539" name="Google Shape;1539;p39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540" name="Google Shape;1540;p39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541" name="Google Shape;1541;p39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" name="CasellaDiTesto 3">
            <a:extLst>
              <a:ext uri="{FF2B5EF4-FFF2-40B4-BE49-F238E27FC236}">
                <a16:creationId xmlns="" xmlns:a16="http://schemas.microsoft.com/office/drawing/2014/main" id="{0CD81CF2-F42E-3E45-A2CB-035CA4BDFB0C}"/>
              </a:ext>
            </a:extLst>
          </p:cNvPr>
          <p:cNvSpPr txBox="1"/>
          <p:nvPr/>
        </p:nvSpPr>
        <p:spPr>
          <a:xfrm>
            <a:off x="2985247" y="2079812"/>
            <a:ext cx="23920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solidFill>
                  <a:srgbClr val="6A8759"/>
                </a:solidFill>
                <a:effectLst/>
              </a:rPr>
              <a:t>{{{</a:t>
            </a:r>
            <a:r>
              <a:rPr lang="it-IT" dirty="0" err="1">
                <a:solidFill>
                  <a:srgbClr val="6A8759"/>
                </a:solidFill>
                <a:effectLst/>
              </a:rPr>
              <a:t>verificaPrerequisiti.pptx</a:t>
            </a:r>
            <a:r>
              <a:rPr lang="it-IT" dirty="0">
                <a:solidFill>
                  <a:srgbClr val="6A8759"/>
                </a:solidFill>
                <a:effectLst/>
              </a:rPr>
              <a:t>}}}</a:t>
            </a:r>
            <a:endParaRPr lang="it-IT" dirty="0"/>
          </a:p>
        </p:txBody>
      </p:sp>
    </p:spTree>
    <p:extLst>
      <p:ext uri="{BB962C8B-B14F-4D97-AF65-F5344CB8AC3E}">
        <p14:creationId xmlns="" xmlns:p14="http://schemas.microsoft.com/office/powerpoint/2010/main" val="23898835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2" name="Google Shape;1842;p46"/>
          <p:cNvSpPr txBox="1">
            <a:spLocks noGrp="1"/>
          </p:cNvSpPr>
          <p:nvPr>
            <p:ph type="title"/>
          </p:nvPr>
        </p:nvSpPr>
        <p:spPr>
          <a:xfrm>
            <a:off x="720000" y="596900"/>
            <a:ext cx="7636600" cy="83725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Obiettivi della lezione</a:t>
            </a:r>
            <a:endParaRPr dirty="0"/>
          </a:p>
        </p:txBody>
      </p:sp>
      <p:grpSp>
        <p:nvGrpSpPr>
          <p:cNvPr id="2" name="Google Shape;1844;p46"/>
          <p:cNvGrpSpPr/>
          <p:nvPr/>
        </p:nvGrpSpPr>
        <p:grpSpPr>
          <a:xfrm>
            <a:off x="-74792" y="1766169"/>
            <a:ext cx="480890" cy="481200"/>
            <a:chOff x="959750" y="3039275"/>
            <a:chExt cx="582050" cy="582425"/>
          </a:xfrm>
        </p:grpSpPr>
        <p:sp>
          <p:nvSpPr>
            <p:cNvPr id="1845" name="Google Shape;1845;p46"/>
            <p:cNvSpPr/>
            <p:nvPr/>
          </p:nvSpPr>
          <p:spPr>
            <a:xfrm>
              <a:off x="959750" y="3498275"/>
              <a:ext cx="123450" cy="123425"/>
            </a:xfrm>
            <a:custGeom>
              <a:avLst/>
              <a:gdLst/>
              <a:ahLst/>
              <a:cxnLst/>
              <a:rect l="l" t="t" r="r" b="b"/>
              <a:pathLst>
                <a:path w="4938" h="4937" extrusionOk="0">
                  <a:moveTo>
                    <a:pt x="1403" y="0"/>
                  </a:moveTo>
                  <a:lnTo>
                    <a:pt x="1" y="1402"/>
                  </a:lnTo>
                  <a:lnTo>
                    <a:pt x="3536" y="4937"/>
                  </a:lnTo>
                  <a:lnTo>
                    <a:pt x="4937" y="3535"/>
                  </a:lnTo>
                  <a:lnTo>
                    <a:pt x="1403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46"/>
            <p:cNvSpPr/>
            <p:nvPr/>
          </p:nvSpPr>
          <p:spPr>
            <a:xfrm>
              <a:off x="1035950" y="3421700"/>
              <a:ext cx="123425" cy="123825"/>
            </a:xfrm>
            <a:custGeom>
              <a:avLst/>
              <a:gdLst/>
              <a:ahLst/>
              <a:cxnLst/>
              <a:rect l="l" t="t" r="r" b="b"/>
              <a:pathLst>
                <a:path w="4937" h="4953" extrusionOk="0">
                  <a:moveTo>
                    <a:pt x="1402" y="1"/>
                  </a:moveTo>
                  <a:lnTo>
                    <a:pt x="0" y="1403"/>
                  </a:lnTo>
                  <a:lnTo>
                    <a:pt x="3535" y="4952"/>
                  </a:lnTo>
                  <a:lnTo>
                    <a:pt x="4937" y="3551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46"/>
            <p:cNvSpPr/>
            <p:nvPr/>
          </p:nvSpPr>
          <p:spPr>
            <a:xfrm>
              <a:off x="1112500" y="3345525"/>
              <a:ext cx="123825" cy="123450"/>
            </a:xfrm>
            <a:custGeom>
              <a:avLst/>
              <a:gdLst/>
              <a:ahLst/>
              <a:cxnLst/>
              <a:rect l="l" t="t" r="r" b="b"/>
              <a:pathLst>
                <a:path w="4953" h="4938" extrusionOk="0">
                  <a:moveTo>
                    <a:pt x="1402" y="1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46"/>
            <p:cNvSpPr/>
            <p:nvPr/>
          </p:nvSpPr>
          <p:spPr>
            <a:xfrm>
              <a:off x="1188675" y="3268975"/>
              <a:ext cx="123825" cy="123425"/>
            </a:xfrm>
            <a:custGeom>
              <a:avLst/>
              <a:gdLst/>
              <a:ahLst/>
              <a:cxnLst/>
              <a:rect l="l" t="t" r="r" b="b"/>
              <a:pathLst>
                <a:path w="4953" h="4937" extrusionOk="0">
                  <a:moveTo>
                    <a:pt x="1402" y="0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50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46"/>
            <p:cNvSpPr/>
            <p:nvPr/>
          </p:nvSpPr>
          <p:spPr>
            <a:xfrm>
              <a:off x="1265625" y="3192800"/>
              <a:ext cx="123425" cy="123425"/>
            </a:xfrm>
            <a:custGeom>
              <a:avLst/>
              <a:gdLst/>
              <a:ahLst/>
              <a:cxnLst/>
              <a:rect l="l" t="t" r="r" b="b"/>
              <a:pathLst>
                <a:path w="4937" h="4937" extrusionOk="0">
                  <a:moveTo>
                    <a:pt x="1402" y="0"/>
                  </a:moveTo>
                  <a:lnTo>
                    <a:pt x="0" y="1386"/>
                  </a:lnTo>
                  <a:lnTo>
                    <a:pt x="3535" y="4936"/>
                  </a:lnTo>
                  <a:lnTo>
                    <a:pt x="4937" y="3535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46"/>
            <p:cNvSpPr/>
            <p:nvPr/>
          </p:nvSpPr>
          <p:spPr>
            <a:xfrm>
              <a:off x="1341800" y="3116225"/>
              <a:ext cx="123450" cy="123450"/>
            </a:xfrm>
            <a:custGeom>
              <a:avLst/>
              <a:gdLst/>
              <a:ahLst/>
              <a:cxnLst/>
              <a:rect l="l" t="t" r="r" b="b"/>
              <a:pathLst>
                <a:path w="4938" h="4938" extrusionOk="0">
                  <a:moveTo>
                    <a:pt x="1402" y="1"/>
                  </a:moveTo>
                  <a:lnTo>
                    <a:pt x="1" y="1402"/>
                  </a:lnTo>
                  <a:lnTo>
                    <a:pt x="3535" y="4937"/>
                  </a:lnTo>
                  <a:lnTo>
                    <a:pt x="4937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46"/>
            <p:cNvSpPr/>
            <p:nvPr/>
          </p:nvSpPr>
          <p:spPr>
            <a:xfrm>
              <a:off x="1418375" y="3039275"/>
              <a:ext cx="123425" cy="123825"/>
            </a:xfrm>
            <a:custGeom>
              <a:avLst/>
              <a:gdLst/>
              <a:ahLst/>
              <a:cxnLst/>
              <a:rect l="l" t="t" r="r" b="b"/>
              <a:pathLst>
                <a:path w="4937" h="4953" extrusionOk="0">
                  <a:moveTo>
                    <a:pt x="1387" y="1"/>
                  </a:moveTo>
                  <a:lnTo>
                    <a:pt x="0" y="1403"/>
                  </a:lnTo>
                  <a:lnTo>
                    <a:pt x="3535" y="4953"/>
                  </a:lnTo>
                  <a:lnTo>
                    <a:pt x="4936" y="3551"/>
                  </a:lnTo>
                  <a:lnTo>
                    <a:pt x="138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CasellaDiTesto 13">
            <a:extLst>
              <a:ext uri="{FF2B5EF4-FFF2-40B4-BE49-F238E27FC236}">
                <a16:creationId xmlns:a16="http://schemas.microsoft.com/office/drawing/2014/main" xmlns="" id="{78F2DB68-02E5-FF4E-8DD7-F230BE887D78}"/>
              </a:ext>
            </a:extLst>
          </p:cNvPr>
          <p:cNvSpPr txBox="1"/>
          <p:nvPr/>
        </p:nvSpPr>
        <p:spPr>
          <a:xfrm>
            <a:off x="2284285" y="4657141"/>
            <a:ext cx="506321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&lt;#docente#&gt;</a:t>
            </a:r>
          </a:p>
        </p:txBody>
      </p:sp>
      <p:sp>
        <p:nvSpPr>
          <p:cNvPr id="17" name="Google Shape;1843;p46">
            <a:extLst>
              <a:ext uri="{FF2B5EF4-FFF2-40B4-BE49-F238E27FC236}">
                <a16:creationId xmlns:a16="http://schemas.microsoft.com/office/drawing/2014/main" xmlns="" id="{BC5769B3-6BDD-FD45-81EF-257B8A5923F2}"/>
              </a:ext>
            </a:extLst>
          </p:cNvPr>
          <p:cNvSpPr txBox="1">
            <a:spLocks/>
          </p:cNvSpPr>
          <p:nvPr/>
        </p:nvSpPr>
        <p:spPr>
          <a:xfrm>
            <a:off x="720000" y="2247369"/>
            <a:ext cx="2328000" cy="466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Font typeface="Open Sans"/>
              <a:buNone/>
            </a:pPr>
            <a:r>
              <a:rPr lang="it-IT" b="1" dirty="0"/>
              <a:t>Abilità/Capacità</a:t>
            </a:r>
          </a:p>
        </p:txBody>
      </p:sp>
      <p:sp>
        <p:nvSpPr>
          <p:cNvPr id="18" name="Google Shape;1843;p46">
            <a:extLst>
              <a:ext uri="{FF2B5EF4-FFF2-40B4-BE49-F238E27FC236}">
                <a16:creationId xmlns:a16="http://schemas.microsoft.com/office/drawing/2014/main" xmlns="" id="{2112E653-D0C7-D644-86C9-037AFC76546B}"/>
              </a:ext>
            </a:extLst>
          </p:cNvPr>
          <p:cNvSpPr txBox="1">
            <a:spLocks/>
          </p:cNvSpPr>
          <p:nvPr/>
        </p:nvSpPr>
        <p:spPr>
          <a:xfrm>
            <a:off x="4815891" y="2268567"/>
            <a:ext cx="2328000" cy="466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Font typeface="Open Sans"/>
              <a:buNone/>
            </a:pPr>
            <a:r>
              <a:rPr lang="it-IT" b="1" dirty="0"/>
              <a:t>Conoscenze</a:t>
            </a:r>
          </a:p>
        </p:txBody>
      </p:sp>
      <p:sp>
        <p:nvSpPr>
          <p:cNvPr id="24" name="Google Shape;2220;p58"/>
          <p:cNvSpPr txBox="1">
            <a:spLocks/>
          </p:cNvSpPr>
          <p:nvPr/>
        </p:nvSpPr>
        <p:spPr>
          <a:xfrm>
            <a:off x="4953601" y="2735556"/>
            <a:ext cx="3401999" cy="1900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ClrTx/>
              <a:defRPr/>
            </a:pPr>
            <a:r>
              <a:rPr kumimoji="0" lang="it-IT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&lt;#</a:t>
            </a:r>
            <a:r>
              <a:rPr kumimoji="0" lang="it-IT" sz="12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conoscenze.conoscenza</a:t>
            </a:r>
            <a:r>
              <a:rPr lang="it-IT" sz="1200" dirty="0"/>
              <a:t>()(5.26|2.99|3.57|2.0|3.46)</a:t>
            </a:r>
            <a:r>
              <a:rPr kumimoji="0" lang="it-IT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#&gt;</a:t>
            </a:r>
          </a:p>
        </p:txBody>
      </p:sp>
      <p:sp>
        <p:nvSpPr>
          <p:cNvPr id="16" name="Google Shape;2220;p58"/>
          <p:cNvSpPr txBox="1">
            <a:spLocks/>
          </p:cNvSpPr>
          <p:nvPr/>
        </p:nvSpPr>
        <p:spPr>
          <a:xfrm>
            <a:off x="565200" y="2735999"/>
            <a:ext cx="3516470" cy="19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Tx/>
              <a:defRPr/>
            </a:pPr>
            <a:r>
              <a:rPr kumimoji="0" lang="it-IT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&lt;#</a:t>
            </a:r>
            <a:r>
              <a:rPr lang="it-IT" sz="1200" dirty="0" err="1"/>
              <a:t>abilita_capacita</a:t>
            </a:r>
            <a:r>
              <a:rPr lang="it-IT" sz="1200" dirty="0" err="1">
                <a:solidFill>
                  <a:sysClr val="windowText" lastClr="000000"/>
                </a:solidFill>
              </a:rPr>
              <a:t>.</a:t>
            </a:r>
            <a:r>
              <a:rPr lang="it-IT" sz="1200" dirty="0" err="1"/>
              <a:t>abilita</a:t>
            </a:r>
            <a:r>
              <a:rPr lang="it-IT" sz="1200" dirty="0"/>
              <a:t>()(0.61|2.99|3.57|2.0|3.46)</a:t>
            </a:r>
            <a:r>
              <a:rPr kumimoji="0" lang="it-IT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#&gt;</a:t>
            </a:r>
          </a:p>
        </p:txBody>
      </p:sp>
    </p:spTree>
    <p:extLst>
      <p:ext uri="{BB962C8B-B14F-4D97-AF65-F5344CB8AC3E}">
        <p14:creationId xmlns:p14="http://schemas.microsoft.com/office/powerpoint/2010/main" xmlns="" val="30921749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4" name="Google Shape;1534;p39"/>
          <p:cNvGrpSpPr/>
          <p:nvPr/>
        </p:nvGrpSpPr>
        <p:grpSpPr>
          <a:xfrm>
            <a:off x="-123925" y="4132283"/>
            <a:ext cx="4558967" cy="1141122"/>
            <a:chOff x="-123925" y="4132283"/>
            <a:chExt cx="4558967" cy="1141122"/>
          </a:xfrm>
        </p:grpSpPr>
        <p:grpSp>
          <p:nvGrpSpPr>
            <p:cNvPr id="1535" name="Google Shape;1535;p39"/>
            <p:cNvGrpSpPr/>
            <p:nvPr/>
          </p:nvGrpSpPr>
          <p:grpSpPr>
            <a:xfrm>
              <a:off x="-2" y="4132283"/>
              <a:ext cx="2308406" cy="1141122"/>
              <a:chOff x="-2" y="4132283"/>
              <a:chExt cx="2308406" cy="1141122"/>
            </a:xfrm>
          </p:grpSpPr>
          <p:sp>
            <p:nvSpPr>
              <p:cNvPr id="1536" name="Google Shape;1536;p39"/>
              <p:cNvSpPr/>
              <p:nvPr/>
            </p:nvSpPr>
            <p:spPr>
              <a:xfrm rot="5400000">
                <a:off x="663005" y="3628622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Google Shape;1537;p39"/>
              <p:cNvSpPr/>
              <p:nvPr/>
            </p:nvSpPr>
            <p:spPr>
              <a:xfrm rot="5400000">
                <a:off x="663620" y="3469276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38" name="Google Shape;1538;p39"/>
            <p:cNvGrpSpPr/>
            <p:nvPr/>
          </p:nvGrpSpPr>
          <p:grpSpPr>
            <a:xfrm>
              <a:off x="-123925" y="4386226"/>
              <a:ext cx="4558967" cy="134100"/>
              <a:chOff x="796100" y="3019701"/>
              <a:chExt cx="4558967" cy="134100"/>
            </a:xfrm>
          </p:grpSpPr>
          <p:sp>
            <p:nvSpPr>
              <p:cNvPr id="1539" name="Google Shape;1539;p39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540" name="Google Shape;1540;p39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541" name="Google Shape;1541;p39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" name="CasellaDiTesto 3">
            <a:extLst>
              <a:ext uri="{FF2B5EF4-FFF2-40B4-BE49-F238E27FC236}">
                <a16:creationId xmlns="" xmlns:a16="http://schemas.microsoft.com/office/drawing/2014/main" id="{0CD81CF2-F42E-3E45-A2CB-035CA4BDFB0C}"/>
              </a:ext>
            </a:extLst>
          </p:cNvPr>
          <p:cNvSpPr txBox="1"/>
          <p:nvPr/>
        </p:nvSpPr>
        <p:spPr>
          <a:xfrm>
            <a:off x="2985247" y="2079812"/>
            <a:ext cx="21323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smtClean="0">
                <a:solidFill>
                  <a:srgbClr val="6A8759"/>
                </a:solidFill>
                <a:effectLst/>
              </a:rPr>
              <a:t>{{{</a:t>
            </a:r>
            <a:r>
              <a:rPr lang="it-IT" dirty="0" err="1" smtClean="0">
                <a:solidFill>
                  <a:srgbClr val="6A8759"/>
                </a:solidFill>
                <a:effectLst/>
              </a:rPr>
              <a:t>nucleoCentrale.pptx</a:t>
            </a:r>
            <a:r>
              <a:rPr lang="it-IT" dirty="0">
                <a:solidFill>
                  <a:srgbClr val="6A8759"/>
                </a:solidFill>
                <a:effectLst/>
              </a:rPr>
              <a:t>}}}</a:t>
            </a:r>
            <a:endParaRPr lang="it-IT" dirty="0"/>
          </a:p>
        </p:txBody>
      </p:sp>
    </p:spTree>
    <p:extLst>
      <p:ext uri="{BB962C8B-B14F-4D97-AF65-F5344CB8AC3E}">
        <p14:creationId xmlns="" xmlns:p14="http://schemas.microsoft.com/office/powerpoint/2010/main" val="13634353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1534;p39"/>
          <p:cNvGrpSpPr/>
          <p:nvPr/>
        </p:nvGrpSpPr>
        <p:grpSpPr>
          <a:xfrm>
            <a:off x="-123925" y="4132283"/>
            <a:ext cx="4558967" cy="1141122"/>
            <a:chOff x="-123925" y="4132283"/>
            <a:chExt cx="4558967" cy="1141122"/>
          </a:xfrm>
        </p:grpSpPr>
        <p:grpSp>
          <p:nvGrpSpPr>
            <p:cNvPr id="3" name="Google Shape;1535;p39"/>
            <p:cNvGrpSpPr/>
            <p:nvPr/>
          </p:nvGrpSpPr>
          <p:grpSpPr>
            <a:xfrm>
              <a:off x="-2" y="4132283"/>
              <a:ext cx="2308406" cy="1141122"/>
              <a:chOff x="-2" y="4132283"/>
              <a:chExt cx="2308406" cy="1141122"/>
            </a:xfrm>
          </p:grpSpPr>
          <p:sp>
            <p:nvSpPr>
              <p:cNvPr id="1536" name="Google Shape;1536;p39"/>
              <p:cNvSpPr/>
              <p:nvPr/>
            </p:nvSpPr>
            <p:spPr>
              <a:xfrm rot="5400000">
                <a:off x="663005" y="3628622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Google Shape;1537;p39"/>
              <p:cNvSpPr/>
              <p:nvPr/>
            </p:nvSpPr>
            <p:spPr>
              <a:xfrm rot="5400000">
                <a:off x="663620" y="3469276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" name="Google Shape;1538;p39"/>
            <p:cNvGrpSpPr/>
            <p:nvPr/>
          </p:nvGrpSpPr>
          <p:grpSpPr>
            <a:xfrm>
              <a:off x="-123925" y="4386226"/>
              <a:ext cx="4558967" cy="134100"/>
              <a:chOff x="796100" y="3019701"/>
              <a:chExt cx="4558967" cy="134100"/>
            </a:xfrm>
          </p:grpSpPr>
          <p:sp>
            <p:nvSpPr>
              <p:cNvPr id="1539" name="Google Shape;1539;p39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540" name="Google Shape;1540;p39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541" name="Google Shape;1541;p39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" name="CasellaDiTesto 3">
            <a:extLst>
              <a:ext uri="{FF2B5EF4-FFF2-40B4-BE49-F238E27FC236}">
                <a16:creationId xmlns:a16="http://schemas.microsoft.com/office/drawing/2014/main" xmlns="" id="{0CD81CF2-F42E-3E45-A2CB-035CA4BDFB0C}"/>
              </a:ext>
            </a:extLst>
          </p:cNvPr>
          <p:cNvSpPr txBox="1"/>
          <p:nvPr/>
        </p:nvSpPr>
        <p:spPr>
          <a:xfrm>
            <a:off x="2985247" y="2079812"/>
            <a:ext cx="21435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smtClean="0">
                <a:solidFill>
                  <a:srgbClr val="6A8759"/>
                </a:solidFill>
                <a:effectLst/>
              </a:rPr>
              <a:t>{{{</a:t>
            </a:r>
            <a:r>
              <a:rPr lang="it-IT" dirty="0" err="1" smtClean="0">
                <a:solidFill>
                  <a:srgbClr val="6A8759"/>
                </a:solidFill>
                <a:effectLst/>
              </a:rPr>
              <a:t>riepilogo</a:t>
            </a:r>
            <a:r>
              <a:rPr lang="it-IT" dirty="0" err="1" smtClean="0">
                <a:solidFill>
                  <a:srgbClr val="6A8759"/>
                </a:solidFill>
              </a:rPr>
              <a:t>Attivita</a:t>
            </a:r>
            <a:r>
              <a:rPr lang="it-IT" dirty="0" err="1" smtClean="0">
                <a:solidFill>
                  <a:srgbClr val="6A8759"/>
                </a:solidFill>
                <a:effectLst/>
              </a:rPr>
              <a:t>.pptx</a:t>
            </a:r>
            <a:r>
              <a:rPr lang="it-IT" dirty="0">
                <a:solidFill>
                  <a:srgbClr val="6A8759"/>
                </a:solidFill>
                <a:effectLst/>
              </a:rPr>
              <a:t>}}}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xmlns="" val="42374489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Google Shape;1484;p38"/>
          <p:cNvSpPr txBox="1">
            <a:spLocks noGrp="1"/>
          </p:cNvSpPr>
          <p:nvPr>
            <p:ph type="title" idx="2"/>
          </p:nvPr>
        </p:nvSpPr>
        <p:spPr>
          <a:xfrm>
            <a:off x="720000" y="1025725"/>
            <a:ext cx="1702500" cy="9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grpSp>
        <p:nvGrpSpPr>
          <p:cNvPr id="1486" name="Google Shape;1486;p38"/>
          <p:cNvGrpSpPr/>
          <p:nvPr/>
        </p:nvGrpSpPr>
        <p:grpSpPr>
          <a:xfrm>
            <a:off x="-377424" y="3367502"/>
            <a:ext cx="3922590" cy="2969900"/>
            <a:chOff x="-374387" y="3354325"/>
            <a:chExt cx="3922590" cy="2969900"/>
          </a:xfrm>
        </p:grpSpPr>
        <p:pic>
          <p:nvPicPr>
            <p:cNvPr id="1487" name="Google Shape;1487;p38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-374387" y="3354325"/>
              <a:ext cx="3891276" cy="29699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88" name="Google Shape;1488;p38"/>
            <p:cNvGrpSpPr/>
            <p:nvPr/>
          </p:nvGrpSpPr>
          <p:grpSpPr>
            <a:xfrm>
              <a:off x="1853583" y="4445557"/>
              <a:ext cx="1694620" cy="1360169"/>
              <a:chOff x="7945225" y="4302000"/>
              <a:chExt cx="904666" cy="726121"/>
            </a:xfrm>
          </p:grpSpPr>
          <p:sp>
            <p:nvSpPr>
              <p:cNvPr id="1489" name="Google Shape;1489;p38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38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Google Shape;1491;p38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92" name="Google Shape;1492;p38"/>
          <p:cNvSpPr txBox="1">
            <a:spLocks noGrp="1"/>
          </p:cNvSpPr>
          <p:nvPr>
            <p:ph type="title"/>
          </p:nvPr>
        </p:nvSpPr>
        <p:spPr>
          <a:xfrm>
            <a:off x="720000" y="2079325"/>
            <a:ext cx="720015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&lt;#</a:t>
            </a:r>
            <a:r>
              <a:rPr lang="en" dirty="0" err="1"/>
              <a:t>titolo_lezione</a:t>
            </a:r>
            <a:r>
              <a:rPr lang="en" dirty="0"/>
              <a:t>#&gt;</a:t>
            </a:r>
            <a:endParaRPr dirty="0"/>
          </a:p>
        </p:txBody>
      </p:sp>
      <p:grpSp>
        <p:nvGrpSpPr>
          <p:cNvPr id="1493" name="Google Shape;1493;p38"/>
          <p:cNvGrpSpPr/>
          <p:nvPr/>
        </p:nvGrpSpPr>
        <p:grpSpPr>
          <a:xfrm>
            <a:off x="6487513" y="-1301175"/>
            <a:ext cx="4268216" cy="6666030"/>
            <a:chOff x="6128138" y="-1301175"/>
            <a:chExt cx="4268216" cy="6666030"/>
          </a:xfrm>
        </p:grpSpPr>
        <p:sp>
          <p:nvSpPr>
            <p:cNvPr id="1494" name="Google Shape;1494;p38"/>
            <p:cNvSpPr/>
            <p:nvPr/>
          </p:nvSpPr>
          <p:spPr>
            <a:xfrm>
              <a:off x="6368175" y="103161"/>
              <a:ext cx="4006263" cy="4749291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38"/>
            <p:cNvSpPr/>
            <p:nvPr/>
          </p:nvSpPr>
          <p:spPr>
            <a:xfrm>
              <a:off x="6711143" y="81300"/>
              <a:ext cx="2925190" cy="3057668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38"/>
            <p:cNvSpPr/>
            <p:nvPr/>
          </p:nvSpPr>
          <p:spPr>
            <a:xfrm>
              <a:off x="7243039" y="245650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38"/>
            <p:cNvSpPr/>
            <p:nvPr/>
          </p:nvSpPr>
          <p:spPr>
            <a:xfrm>
              <a:off x="6875804" y="622450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38"/>
            <p:cNvSpPr/>
            <p:nvPr/>
          </p:nvSpPr>
          <p:spPr>
            <a:xfrm>
              <a:off x="6573850" y="621225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499" name="Google Shape;1499;p38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6128138" y="-1301175"/>
              <a:ext cx="4198516" cy="32044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500" name="Google Shape;1500;p38"/>
            <p:cNvGrpSpPr/>
            <p:nvPr/>
          </p:nvGrpSpPr>
          <p:grpSpPr>
            <a:xfrm rot="5400000">
              <a:off x="7873341" y="4254316"/>
              <a:ext cx="708100" cy="708500"/>
              <a:chOff x="3678700" y="407275"/>
              <a:chExt cx="708100" cy="708500"/>
            </a:xfrm>
          </p:grpSpPr>
          <p:sp>
            <p:nvSpPr>
              <p:cNvPr id="1501" name="Google Shape;1501;p38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38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38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38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38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38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38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8" name="Google Shape;1508;p38"/>
            <p:cNvGrpSpPr/>
            <p:nvPr/>
          </p:nvGrpSpPr>
          <p:grpSpPr>
            <a:xfrm rot="5400000">
              <a:off x="8639847" y="3354200"/>
              <a:ext cx="457787" cy="458045"/>
              <a:chOff x="3678700" y="407275"/>
              <a:chExt cx="708100" cy="708500"/>
            </a:xfrm>
          </p:grpSpPr>
          <p:sp>
            <p:nvSpPr>
              <p:cNvPr id="1509" name="Google Shape;1509;p38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38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38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Google Shape;1512;p38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Google Shape;1513;p38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Google Shape;1514;p38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Google Shape;1515;p38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16" name="Google Shape;1516;p38"/>
            <p:cNvGrpSpPr/>
            <p:nvPr/>
          </p:nvGrpSpPr>
          <p:grpSpPr>
            <a:xfrm>
              <a:off x="7787267" y="539497"/>
              <a:ext cx="208184" cy="208184"/>
              <a:chOff x="8356813" y="1074288"/>
              <a:chExt cx="351900" cy="351900"/>
            </a:xfrm>
          </p:grpSpPr>
          <p:sp>
            <p:nvSpPr>
              <p:cNvPr id="1517" name="Google Shape;1517;p3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Google Shape;1518;p3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19" name="Google Shape;1519;p38"/>
            <p:cNvGrpSpPr/>
            <p:nvPr/>
          </p:nvGrpSpPr>
          <p:grpSpPr>
            <a:xfrm>
              <a:off x="7194842" y="2467660"/>
              <a:ext cx="208184" cy="208184"/>
              <a:chOff x="8356813" y="1074288"/>
              <a:chExt cx="351900" cy="351900"/>
            </a:xfrm>
          </p:grpSpPr>
          <p:sp>
            <p:nvSpPr>
              <p:cNvPr id="1520" name="Google Shape;1520;p3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3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22" name="Google Shape;1522;p38"/>
            <p:cNvSpPr/>
            <p:nvPr/>
          </p:nvSpPr>
          <p:spPr>
            <a:xfrm>
              <a:off x="7095150" y="4164050"/>
              <a:ext cx="147900" cy="14790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23" name="Google Shape;1523;p38"/>
          <p:cNvGrpSpPr/>
          <p:nvPr/>
        </p:nvGrpSpPr>
        <p:grpSpPr>
          <a:xfrm>
            <a:off x="796100" y="3019701"/>
            <a:ext cx="4558967" cy="134100"/>
            <a:chOff x="796100" y="3019701"/>
            <a:chExt cx="4558967" cy="134100"/>
          </a:xfrm>
        </p:grpSpPr>
        <p:sp>
          <p:nvSpPr>
            <p:cNvPr id="1524" name="Google Shape;1524;p38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25" name="Google Shape;1525;p38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26" name="Google Shape;1526;p38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85" name="Google Shape;1485;p38"/>
          <p:cNvSpPr txBox="1">
            <a:spLocks noGrp="1"/>
          </p:cNvSpPr>
          <p:nvPr>
            <p:ph type="subTitle" idx="1"/>
          </p:nvPr>
        </p:nvSpPr>
        <p:spPr>
          <a:xfrm>
            <a:off x="720000" y="3252375"/>
            <a:ext cx="7200150" cy="45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 err="1"/>
              <a:t>Fase</a:t>
            </a:r>
            <a:r>
              <a:rPr lang="en" sz="1800" dirty="0"/>
              <a:t> </a:t>
            </a:r>
            <a:r>
              <a:rPr lang="en" sz="1800" dirty="0" err="1"/>
              <a:t>conclusiva</a:t>
            </a:r>
            <a:endParaRPr sz="1800" dirty="0"/>
          </a:p>
        </p:txBody>
      </p:sp>
      <p:sp>
        <p:nvSpPr>
          <p:cNvPr id="47" name="CasellaDiTesto 46">
            <a:extLst>
              <a:ext uri="{FF2B5EF4-FFF2-40B4-BE49-F238E27FC236}">
                <a16:creationId xmlns="" xmlns:a16="http://schemas.microsoft.com/office/drawing/2014/main" id="{32C83A88-CE58-6B43-B8A8-884F1A1B0C48}"/>
              </a:ext>
            </a:extLst>
          </p:cNvPr>
          <p:cNvSpPr txBox="1"/>
          <p:nvPr/>
        </p:nvSpPr>
        <p:spPr>
          <a:xfrm>
            <a:off x="2284285" y="4657141"/>
            <a:ext cx="506321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&lt;#docente#&gt;</a:t>
            </a:r>
          </a:p>
        </p:txBody>
      </p:sp>
    </p:spTree>
    <p:extLst>
      <p:ext uri="{BB962C8B-B14F-4D97-AF65-F5344CB8AC3E}">
        <p14:creationId xmlns="" xmlns:p14="http://schemas.microsoft.com/office/powerpoint/2010/main" val="39309068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4" name="Google Shape;1534;p39"/>
          <p:cNvGrpSpPr/>
          <p:nvPr/>
        </p:nvGrpSpPr>
        <p:grpSpPr>
          <a:xfrm>
            <a:off x="-123925" y="4132283"/>
            <a:ext cx="4558967" cy="1141122"/>
            <a:chOff x="-123925" y="4132283"/>
            <a:chExt cx="4558967" cy="1141122"/>
          </a:xfrm>
        </p:grpSpPr>
        <p:grpSp>
          <p:nvGrpSpPr>
            <p:cNvPr id="1535" name="Google Shape;1535;p39"/>
            <p:cNvGrpSpPr/>
            <p:nvPr/>
          </p:nvGrpSpPr>
          <p:grpSpPr>
            <a:xfrm>
              <a:off x="-2" y="4132283"/>
              <a:ext cx="2308406" cy="1141122"/>
              <a:chOff x="-2" y="4132283"/>
              <a:chExt cx="2308406" cy="1141122"/>
            </a:xfrm>
          </p:grpSpPr>
          <p:sp>
            <p:nvSpPr>
              <p:cNvPr id="1536" name="Google Shape;1536;p39"/>
              <p:cNvSpPr/>
              <p:nvPr/>
            </p:nvSpPr>
            <p:spPr>
              <a:xfrm rot="5400000">
                <a:off x="663005" y="3628622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Google Shape;1537;p39"/>
              <p:cNvSpPr/>
              <p:nvPr/>
            </p:nvSpPr>
            <p:spPr>
              <a:xfrm rot="5400000">
                <a:off x="663620" y="3469276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38" name="Google Shape;1538;p39"/>
            <p:cNvGrpSpPr/>
            <p:nvPr/>
          </p:nvGrpSpPr>
          <p:grpSpPr>
            <a:xfrm>
              <a:off x="-123925" y="4386226"/>
              <a:ext cx="4558967" cy="134100"/>
              <a:chOff x="796100" y="3019701"/>
              <a:chExt cx="4558967" cy="134100"/>
            </a:xfrm>
          </p:grpSpPr>
          <p:sp>
            <p:nvSpPr>
              <p:cNvPr id="1539" name="Google Shape;1539;p39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540" name="Google Shape;1540;p39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541" name="Google Shape;1541;p39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" name="CasellaDiTesto 3">
            <a:extLst>
              <a:ext uri="{FF2B5EF4-FFF2-40B4-BE49-F238E27FC236}">
                <a16:creationId xmlns="" xmlns:a16="http://schemas.microsoft.com/office/drawing/2014/main" id="{0CD81CF2-F42E-3E45-A2CB-035CA4BDFB0C}"/>
              </a:ext>
            </a:extLst>
          </p:cNvPr>
          <p:cNvSpPr txBox="1"/>
          <p:nvPr/>
        </p:nvSpPr>
        <p:spPr>
          <a:xfrm>
            <a:off x="2985247" y="2079812"/>
            <a:ext cx="22317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solidFill>
                  <a:srgbClr val="6A8759"/>
                </a:solidFill>
                <a:effectLst/>
              </a:rPr>
              <a:t>{{{</a:t>
            </a:r>
            <a:r>
              <a:rPr lang="it-IT" dirty="0" err="1">
                <a:solidFill>
                  <a:srgbClr val="6A8759"/>
                </a:solidFill>
              </a:rPr>
              <a:t>compitoProdotto</a:t>
            </a:r>
            <a:r>
              <a:rPr lang="it-IT" dirty="0" err="1">
                <a:solidFill>
                  <a:srgbClr val="6A8759"/>
                </a:solidFill>
                <a:effectLst/>
              </a:rPr>
              <a:t>.pptx</a:t>
            </a:r>
            <a:r>
              <a:rPr lang="it-IT" dirty="0">
                <a:solidFill>
                  <a:srgbClr val="6A8759"/>
                </a:solidFill>
                <a:effectLst/>
              </a:rPr>
              <a:t>}}}</a:t>
            </a:r>
            <a:endParaRPr lang="it-IT" dirty="0"/>
          </a:p>
        </p:txBody>
      </p:sp>
    </p:spTree>
    <p:extLst>
      <p:ext uri="{BB962C8B-B14F-4D97-AF65-F5344CB8AC3E}">
        <p14:creationId xmlns="" xmlns:p14="http://schemas.microsoft.com/office/powerpoint/2010/main" val="20488602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2" name="Google Shape;1842;p46"/>
          <p:cNvSpPr txBox="1">
            <a:spLocks noGrp="1"/>
          </p:cNvSpPr>
          <p:nvPr>
            <p:ph type="title"/>
          </p:nvPr>
        </p:nvSpPr>
        <p:spPr>
          <a:xfrm>
            <a:off x="719999" y="596900"/>
            <a:ext cx="7806483" cy="83725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Fase 3: Verifica degli obiettivi</a:t>
            </a:r>
            <a:endParaRPr dirty="0"/>
          </a:p>
        </p:txBody>
      </p:sp>
      <p:grpSp>
        <p:nvGrpSpPr>
          <p:cNvPr id="2" name="Google Shape;1844;p46"/>
          <p:cNvGrpSpPr/>
          <p:nvPr/>
        </p:nvGrpSpPr>
        <p:grpSpPr>
          <a:xfrm>
            <a:off x="-74792" y="1766169"/>
            <a:ext cx="480890" cy="481200"/>
            <a:chOff x="959750" y="3039275"/>
            <a:chExt cx="582050" cy="582425"/>
          </a:xfrm>
        </p:grpSpPr>
        <p:sp>
          <p:nvSpPr>
            <p:cNvPr id="1845" name="Google Shape;1845;p46"/>
            <p:cNvSpPr/>
            <p:nvPr/>
          </p:nvSpPr>
          <p:spPr>
            <a:xfrm>
              <a:off x="959750" y="3498275"/>
              <a:ext cx="123450" cy="123425"/>
            </a:xfrm>
            <a:custGeom>
              <a:avLst/>
              <a:gdLst/>
              <a:ahLst/>
              <a:cxnLst/>
              <a:rect l="l" t="t" r="r" b="b"/>
              <a:pathLst>
                <a:path w="4938" h="4937" extrusionOk="0">
                  <a:moveTo>
                    <a:pt x="1403" y="0"/>
                  </a:moveTo>
                  <a:lnTo>
                    <a:pt x="1" y="1402"/>
                  </a:lnTo>
                  <a:lnTo>
                    <a:pt x="3536" y="4937"/>
                  </a:lnTo>
                  <a:lnTo>
                    <a:pt x="4937" y="3535"/>
                  </a:lnTo>
                  <a:lnTo>
                    <a:pt x="1403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46"/>
            <p:cNvSpPr/>
            <p:nvPr/>
          </p:nvSpPr>
          <p:spPr>
            <a:xfrm>
              <a:off x="1035950" y="3421700"/>
              <a:ext cx="123425" cy="123825"/>
            </a:xfrm>
            <a:custGeom>
              <a:avLst/>
              <a:gdLst/>
              <a:ahLst/>
              <a:cxnLst/>
              <a:rect l="l" t="t" r="r" b="b"/>
              <a:pathLst>
                <a:path w="4937" h="4953" extrusionOk="0">
                  <a:moveTo>
                    <a:pt x="1402" y="1"/>
                  </a:moveTo>
                  <a:lnTo>
                    <a:pt x="0" y="1403"/>
                  </a:lnTo>
                  <a:lnTo>
                    <a:pt x="3535" y="4952"/>
                  </a:lnTo>
                  <a:lnTo>
                    <a:pt x="4937" y="3551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46"/>
            <p:cNvSpPr/>
            <p:nvPr/>
          </p:nvSpPr>
          <p:spPr>
            <a:xfrm>
              <a:off x="1112500" y="3345525"/>
              <a:ext cx="123825" cy="123450"/>
            </a:xfrm>
            <a:custGeom>
              <a:avLst/>
              <a:gdLst/>
              <a:ahLst/>
              <a:cxnLst/>
              <a:rect l="l" t="t" r="r" b="b"/>
              <a:pathLst>
                <a:path w="4953" h="4938" extrusionOk="0">
                  <a:moveTo>
                    <a:pt x="1402" y="1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46"/>
            <p:cNvSpPr/>
            <p:nvPr/>
          </p:nvSpPr>
          <p:spPr>
            <a:xfrm>
              <a:off x="1188675" y="3268975"/>
              <a:ext cx="123825" cy="123425"/>
            </a:xfrm>
            <a:custGeom>
              <a:avLst/>
              <a:gdLst/>
              <a:ahLst/>
              <a:cxnLst/>
              <a:rect l="l" t="t" r="r" b="b"/>
              <a:pathLst>
                <a:path w="4953" h="4937" extrusionOk="0">
                  <a:moveTo>
                    <a:pt x="1402" y="0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50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46"/>
            <p:cNvSpPr/>
            <p:nvPr/>
          </p:nvSpPr>
          <p:spPr>
            <a:xfrm>
              <a:off x="1265625" y="3192800"/>
              <a:ext cx="123425" cy="123425"/>
            </a:xfrm>
            <a:custGeom>
              <a:avLst/>
              <a:gdLst/>
              <a:ahLst/>
              <a:cxnLst/>
              <a:rect l="l" t="t" r="r" b="b"/>
              <a:pathLst>
                <a:path w="4937" h="4937" extrusionOk="0">
                  <a:moveTo>
                    <a:pt x="1402" y="0"/>
                  </a:moveTo>
                  <a:lnTo>
                    <a:pt x="0" y="1386"/>
                  </a:lnTo>
                  <a:lnTo>
                    <a:pt x="3535" y="4936"/>
                  </a:lnTo>
                  <a:lnTo>
                    <a:pt x="4937" y="3535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46"/>
            <p:cNvSpPr/>
            <p:nvPr/>
          </p:nvSpPr>
          <p:spPr>
            <a:xfrm>
              <a:off x="1341800" y="3116225"/>
              <a:ext cx="123450" cy="123450"/>
            </a:xfrm>
            <a:custGeom>
              <a:avLst/>
              <a:gdLst/>
              <a:ahLst/>
              <a:cxnLst/>
              <a:rect l="l" t="t" r="r" b="b"/>
              <a:pathLst>
                <a:path w="4938" h="4938" extrusionOk="0">
                  <a:moveTo>
                    <a:pt x="1402" y="1"/>
                  </a:moveTo>
                  <a:lnTo>
                    <a:pt x="1" y="1402"/>
                  </a:lnTo>
                  <a:lnTo>
                    <a:pt x="3535" y="4937"/>
                  </a:lnTo>
                  <a:lnTo>
                    <a:pt x="4937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46"/>
            <p:cNvSpPr/>
            <p:nvPr/>
          </p:nvSpPr>
          <p:spPr>
            <a:xfrm>
              <a:off x="1418375" y="3039275"/>
              <a:ext cx="123425" cy="123825"/>
            </a:xfrm>
            <a:custGeom>
              <a:avLst/>
              <a:gdLst/>
              <a:ahLst/>
              <a:cxnLst/>
              <a:rect l="l" t="t" r="r" b="b"/>
              <a:pathLst>
                <a:path w="4937" h="4953" extrusionOk="0">
                  <a:moveTo>
                    <a:pt x="1387" y="1"/>
                  </a:moveTo>
                  <a:lnTo>
                    <a:pt x="0" y="1403"/>
                  </a:lnTo>
                  <a:lnTo>
                    <a:pt x="3535" y="4953"/>
                  </a:lnTo>
                  <a:lnTo>
                    <a:pt x="4936" y="3551"/>
                  </a:lnTo>
                  <a:lnTo>
                    <a:pt x="138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CasellaDiTesto 13">
            <a:extLst>
              <a:ext uri="{FF2B5EF4-FFF2-40B4-BE49-F238E27FC236}">
                <a16:creationId xmlns="" xmlns:a16="http://schemas.microsoft.com/office/drawing/2014/main" id="{78F2DB68-02E5-FF4E-8DD7-F230BE887D78}"/>
              </a:ext>
            </a:extLst>
          </p:cNvPr>
          <p:cNvSpPr txBox="1"/>
          <p:nvPr/>
        </p:nvSpPr>
        <p:spPr>
          <a:xfrm>
            <a:off x="2284285" y="4657141"/>
            <a:ext cx="506321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&lt;#docente#&gt;</a:t>
            </a:r>
          </a:p>
        </p:txBody>
      </p:sp>
      <p:sp>
        <p:nvSpPr>
          <p:cNvPr id="18" name="Google Shape;1843;p46">
            <a:extLst>
              <a:ext uri="{FF2B5EF4-FFF2-40B4-BE49-F238E27FC236}">
                <a16:creationId xmlns="" xmlns:a16="http://schemas.microsoft.com/office/drawing/2014/main" id="{20CD1182-BEDF-7448-94C4-55314EBEF0D9}"/>
              </a:ext>
            </a:extLst>
          </p:cNvPr>
          <p:cNvSpPr txBox="1">
            <a:spLocks/>
          </p:cNvSpPr>
          <p:nvPr/>
        </p:nvSpPr>
        <p:spPr>
          <a:xfrm>
            <a:off x="630985" y="2145395"/>
            <a:ext cx="1910334" cy="466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Font typeface="Open Sans"/>
              <a:buNone/>
            </a:pPr>
            <a:r>
              <a:rPr lang="it-IT" b="1" dirty="0"/>
              <a:t>Verifica orale:</a:t>
            </a:r>
            <a:endParaRPr lang="it-IT" dirty="0"/>
          </a:p>
        </p:txBody>
      </p:sp>
      <p:sp>
        <p:nvSpPr>
          <p:cNvPr id="19" name="Google Shape;1843;p46">
            <a:extLst>
              <a:ext uri="{FF2B5EF4-FFF2-40B4-BE49-F238E27FC236}">
                <a16:creationId xmlns="" xmlns:a16="http://schemas.microsoft.com/office/drawing/2014/main" id="{A2A2C26F-58A3-4F42-A9E2-2A9310CB204A}"/>
              </a:ext>
            </a:extLst>
          </p:cNvPr>
          <p:cNvSpPr txBox="1">
            <a:spLocks/>
          </p:cNvSpPr>
          <p:nvPr/>
        </p:nvSpPr>
        <p:spPr>
          <a:xfrm>
            <a:off x="5647516" y="2051903"/>
            <a:ext cx="1910334" cy="466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Font typeface="Open Sans"/>
              <a:buNone/>
            </a:pPr>
            <a:r>
              <a:rPr lang="it-IT" b="1" dirty="0" smtClean="0"/>
              <a:t>Verifica </a:t>
            </a:r>
            <a:r>
              <a:rPr lang="it-IT" b="1" dirty="0"/>
              <a:t>scritta:</a:t>
            </a:r>
            <a:endParaRPr lang="it-IT" dirty="0"/>
          </a:p>
        </p:txBody>
      </p:sp>
      <p:sp>
        <p:nvSpPr>
          <p:cNvPr id="20" name="Google Shape;2220;p58"/>
          <p:cNvSpPr txBox="1">
            <a:spLocks/>
          </p:cNvSpPr>
          <p:nvPr/>
        </p:nvSpPr>
        <p:spPr>
          <a:xfrm>
            <a:off x="720000" y="2612384"/>
            <a:ext cx="316348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Tx/>
              <a:defRPr/>
            </a:pPr>
            <a:r>
              <a:rPr kumimoji="0" lang="it-IT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&lt;#</a:t>
            </a:r>
            <a:r>
              <a:rPr lang="it-IT" sz="1200" dirty="0" err="1"/>
              <a:t>verifica.orali</a:t>
            </a:r>
            <a:r>
              <a:rPr kumimoji="0" lang="it-IT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#&gt;</a:t>
            </a:r>
          </a:p>
        </p:txBody>
      </p:sp>
      <p:sp>
        <p:nvSpPr>
          <p:cNvPr id="23" name="Google Shape;2220;p58"/>
          <p:cNvSpPr txBox="1">
            <a:spLocks/>
          </p:cNvSpPr>
          <p:nvPr/>
        </p:nvSpPr>
        <p:spPr>
          <a:xfrm>
            <a:off x="5193120" y="2612384"/>
            <a:ext cx="316348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Tx/>
              <a:defRPr/>
            </a:pPr>
            <a:r>
              <a:rPr kumimoji="0" lang="it-IT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&lt;#</a:t>
            </a:r>
            <a:r>
              <a:rPr lang="it-IT" sz="1200" dirty="0" err="1"/>
              <a:t>verifica.scritte</a:t>
            </a:r>
            <a:r>
              <a:rPr kumimoji="0" lang="it-IT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#&gt;</a:t>
            </a:r>
          </a:p>
        </p:txBody>
      </p:sp>
    </p:spTree>
    <p:extLst>
      <p:ext uri="{BB962C8B-B14F-4D97-AF65-F5344CB8AC3E}">
        <p14:creationId xmlns="" xmlns:p14="http://schemas.microsoft.com/office/powerpoint/2010/main" val="6151785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2" name="Google Shape;1842;p46"/>
          <p:cNvSpPr txBox="1">
            <a:spLocks noGrp="1"/>
          </p:cNvSpPr>
          <p:nvPr>
            <p:ph type="title"/>
          </p:nvPr>
        </p:nvSpPr>
        <p:spPr>
          <a:xfrm>
            <a:off x="720000" y="596900"/>
            <a:ext cx="4360000" cy="83725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Fase 3: Verifica</a:t>
            </a:r>
            <a:endParaRPr dirty="0"/>
          </a:p>
        </p:txBody>
      </p:sp>
      <p:grpSp>
        <p:nvGrpSpPr>
          <p:cNvPr id="1844" name="Google Shape;1844;p46"/>
          <p:cNvGrpSpPr/>
          <p:nvPr/>
        </p:nvGrpSpPr>
        <p:grpSpPr>
          <a:xfrm>
            <a:off x="-74792" y="1766169"/>
            <a:ext cx="480890" cy="481200"/>
            <a:chOff x="959750" y="3039275"/>
            <a:chExt cx="582050" cy="582425"/>
          </a:xfrm>
        </p:grpSpPr>
        <p:sp>
          <p:nvSpPr>
            <p:cNvPr id="1845" name="Google Shape;1845;p46"/>
            <p:cNvSpPr/>
            <p:nvPr/>
          </p:nvSpPr>
          <p:spPr>
            <a:xfrm>
              <a:off x="959750" y="3498275"/>
              <a:ext cx="123450" cy="123425"/>
            </a:xfrm>
            <a:custGeom>
              <a:avLst/>
              <a:gdLst/>
              <a:ahLst/>
              <a:cxnLst/>
              <a:rect l="l" t="t" r="r" b="b"/>
              <a:pathLst>
                <a:path w="4938" h="4937" extrusionOk="0">
                  <a:moveTo>
                    <a:pt x="1403" y="0"/>
                  </a:moveTo>
                  <a:lnTo>
                    <a:pt x="1" y="1402"/>
                  </a:lnTo>
                  <a:lnTo>
                    <a:pt x="3536" y="4937"/>
                  </a:lnTo>
                  <a:lnTo>
                    <a:pt x="4937" y="3535"/>
                  </a:lnTo>
                  <a:lnTo>
                    <a:pt x="1403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46"/>
            <p:cNvSpPr/>
            <p:nvPr/>
          </p:nvSpPr>
          <p:spPr>
            <a:xfrm>
              <a:off x="1035950" y="3421700"/>
              <a:ext cx="123425" cy="123825"/>
            </a:xfrm>
            <a:custGeom>
              <a:avLst/>
              <a:gdLst/>
              <a:ahLst/>
              <a:cxnLst/>
              <a:rect l="l" t="t" r="r" b="b"/>
              <a:pathLst>
                <a:path w="4937" h="4953" extrusionOk="0">
                  <a:moveTo>
                    <a:pt x="1402" y="1"/>
                  </a:moveTo>
                  <a:lnTo>
                    <a:pt x="0" y="1403"/>
                  </a:lnTo>
                  <a:lnTo>
                    <a:pt x="3535" y="4952"/>
                  </a:lnTo>
                  <a:lnTo>
                    <a:pt x="4937" y="3551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46"/>
            <p:cNvSpPr/>
            <p:nvPr/>
          </p:nvSpPr>
          <p:spPr>
            <a:xfrm>
              <a:off x="1112500" y="3345525"/>
              <a:ext cx="123825" cy="123450"/>
            </a:xfrm>
            <a:custGeom>
              <a:avLst/>
              <a:gdLst/>
              <a:ahLst/>
              <a:cxnLst/>
              <a:rect l="l" t="t" r="r" b="b"/>
              <a:pathLst>
                <a:path w="4953" h="4938" extrusionOk="0">
                  <a:moveTo>
                    <a:pt x="1402" y="1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46"/>
            <p:cNvSpPr/>
            <p:nvPr/>
          </p:nvSpPr>
          <p:spPr>
            <a:xfrm>
              <a:off x="1188675" y="3268975"/>
              <a:ext cx="123825" cy="123425"/>
            </a:xfrm>
            <a:custGeom>
              <a:avLst/>
              <a:gdLst/>
              <a:ahLst/>
              <a:cxnLst/>
              <a:rect l="l" t="t" r="r" b="b"/>
              <a:pathLst>
                <a:path w="4953" h="4937" extrusionOk="0">
                  <a:moveTo>
                    <a:pt x="1402" y="0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50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46"/>
            <p:cNvSpPr/>
            <p:nvPr/>
          </p:nvSpPr>
          <p:spPr>
            <a:xfrm>
              <a:off x="1265625" y="3192800"/>
              <a:ext cx="123425" cy="123425"/>
            </a:xfrm>
            <a:custGeom>
              <a:avLst/>
              <a:gdLst/>
              <a:ahLst/>
              <a:cxnLst/>
              <a:rect l="l" t="t" r="r" b="b"/>
              <a:pathLst>
                <a:path w="4937" h="4937" extrusionOk="0">
                  <a:moveTo>
                    <a:pt x="1402" y="0"/>
                  </a:moveTo>
                  <a:lnTo>
                    <a:pt x="0" y="1386"/>
                  </a:lnTo>
                  <a:lnTo>
                    <a:pt x="3535" y="4936"/>
                  </a:lnTo>
                  <a:lnTo>
                    <a:pt x="4937" y="3535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46"/>
            <p:cNvSpPr/>
            <p:nvPr/>
          </p:nvSpPr>
          <p:spPr>
            <a:xfrm>
              <a:off x="1341800" y="3116225"/>
              <a:ext cx="123450" cy="123450"/>
            </a:xfrm>
            <a:custGeom>
              <a:avLst/>
              <a:gdLst/>
              <a:ahLst/>
              <a:cxnLst/>
              <a:rect l="l" t="t" r="r" b="b"/>
              <a:pathLst>
                <a:path w="4938" h="4938" extrusionOk="0">
                  <a:moveTo>
                    <a:pt x="1402" y="1"/>
                  </a:moveTo>
                  <a:lnTo>
                    <a:pt x="1" y="1402"/>
                  </a:lnTo>
                  <a:lnTo>
                    <a:pt x="3535" y="4937"/>
                  </a:lnTo>
                  <a:lnTo>
                    <a:pt x="4937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46"/>
            <p:cNvSpPr/>
            <p:nvPr/>
          </p:nvSpPr>
          <p:spPr>
            <a:xfrm>
              <a:off x="1418375" y="3039275"/>
              <a:ext cx="123425" cy="123825"/>
            </a:xfrm>
            <a:custGeom>
              <a:avLst/>
              <a:gdLst/>
              <a:ahLst/>
              <a:cxnLst/>
              <a:rect l="l" t="t" r="r" b="b"/>
              <a:pathLst>
                <a:path w="4937" h="4953" extrusionOk="0">
                  <a:moveTo>
                    <a:pt x="1387" y="1"/>
                  </a:moveTo>
                  <a:lnTo>
                    <a:pt x="0" y="1403"/>
                  </a:lnTo>
                  <a:lnTo>
                    <a:pt x="3535" y="4953"/>
                  </a:lnTo>
                  <a:lnTo>
                    <a:pt x="4936" y="3551"/>
                  </a:lnTo>
                  <a:lnTo>
                    <a:pt x="138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CasellaDiTesto 13">
            <a:extLst>
              <a:ext uri="{FF2B5EF4-FFF2-40B4-BE49-F238E27FC236}">
                <a16:creationId xmlns="" xmlns:a16="http://schemas.microsoft.com/office/drawing/2014/main" id="{78F2DB68-02E5-FF4E-8DD7-F230BE887D78}"/>
              </a:ext>
            </a:extLst>
          </p:cNvPr>
          <p:cNvSpPr txBox="1"/>
          <p:nvPr/>
        </p:nvSpPr>
        <p:spPr>
          <a:xfrm>
            <a:off x="2284285" y="4657141"/>
            <a:ext cx="506321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&lt;#docente#&gt;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="" xmlns:a16="http://schemas.microsoft.com/office/drawing/2014/main" id="{88728949-49B6-324B-8578-DF22116CE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0964" y="1572974"/>
            <a:ext cx="2522071" cy="2522071"/>
          </a:xfrm>
          <a:prstGeom prst="rect">
            <a:avLst/>
          </a:prstGeom>
        </p:spPr>
      </p:pic>
      <p:sp>
        <p:nvSpPr>
          <p:cNvPr id="18" name="Google Shape;1843;p46">
            <a:extLst>
              <a:ext uri="{FF2B5EF4-FFF2-40B4-BE49-F238E27FC236}">
                <a16:creationId xmlns="" xmlns:a16="http://schemas.microsoft.com/office/drawing/2014/main" id="{43ACB5F7-6EE7-CB44-990E-F5B89B29474B}"/>
              </a:ext>
            </a:extLst>
          </p:cNvPr>
          <p:cNvSpPr txBox="1">
            <a:spLocks/>
          </p:cNvSpPr>
          <p:nvPr/>
        </p:nvSpPr>
        <p:spPr>
          <a:xfrm>
            <a:off x="720000" y="2121187"/>
            <a:ext cx="2338250" cy="466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Font typeface="Open Sans"/>
              <a:buNone/>
            </a:pPr>
            <a:r>
              <a:rPr lang="it-IT" dirty="0"/>
              <a:t>Aprire il questionario</a:t>
            </a:r>
          </a:p>
        </p:txBody>
      </p:sp>
    </p:spTree>
    <p:extLst>
      <p:ext uri="{BB962C8B-B14F-4D97-AF65-F5344CB8AC3E}">
        <p14:creationId xmlns="" xmlns:p14="http://schemas.microsoft.com/office/powerpoint/2010/main" val="38315221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1" name="Google Shape;1531;p39"/>
          <p:cNvSpPr txBox="1">
            <a:spLocks noGrp="1"/>
          </p:cNvSpPr>
          <p:nvPr>
            <p:ph type="title"/>
          </p:nvPr>
        </p:nvSpPr>
        <p:spPr>
          <a:xfrm>
            <a:off x="97700" y="2944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Griglia</a:t>
            </a:r>
            <a:r>
              <a:rPr lang="en" dirty="0"/>
              <a:t> </a:t>
            </a:r>
            <a:r>
              <a:rPr lang="en" dirty="0" err="1"/>
              <a:t>valutativa</a:t>
            </a:r>
            <a:endParaRPr dirty="0"/>
          </a:p>
        </p:txBody>
      </p:sp>
      <p:grpSp>
        <p:nvGrpSpPr>
          <p:cNvPr id="2" name="Google Shape;1534;p39"/>
          <p:cNvGrpSpPr/>
          <p:nvPr/>
        </p:nvGrpSpPr>
        <p:grpSpPr>
          <a:xfrm>
            <a:off x="-123925" y="4132283"/>
            <a:ext cx="4558967" cy="1141122"/>
            <a:chOff x="-123925" y="4132283"/>
            <a:chExt cx="4558967" cy="1141122"/>
          </a:xfrm>
        </p:grpSpPr>
        <p:grpSp>
          <p:nvGrpSpPr>
            <p:cNvPr id="3" name="Google Shape;1535;p39"/>
            <p:cNvGrpSpPr/>
            <p:nvPr/>
          </p:nvGrpSpPr>
          <p:grpSpPr>
            <a:xfrm>
              <a:off x="-2" y="4132283"/>
              <a:ext cx="2308406" cy="1141122"/>
              <a:chOff x="-2" y="4132283"/>
              <a:chExt cx="2308406" cy="1141122"/>
            </a:xfrm>
          </p:grpSpPr>
          <p:sp>
            <p:nvSpPr>
              <p:cNvPr id="1536" name="Google Shape;1536;p39"/>
              <p:cNvSpPr/>
              <p:nvPr/>
            </p:nvSpPr>
            <p:spPr>
              <a:xfrm rot="5400000">
                <a:off x="663005" y="3628622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Google Shape;1537;p39"/>
              <p:cNvSpPr/>
              <p:nvPr/>
            </p:nvSpPr>
            <p:spPr>
              <a:xfrm rot="5400000">
                <a:off x="663620" y="3469276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" name="Google Shape;1538;p39"/>
            <p:cNvGrpSpPr/>
            <p:nvPr/>
          </p:nvGrpSpPr>
          <p:grpSpPr>
            <a:xfrm>
              <a:off x="-123925" y="4386226"/>
              <a:ext cx="4558967" cy="134100"/>
              <a:chOff x="796100" y="3019701"/>
              <a:chExt cx="4558967" cy="134100"/>
            </a:xfrm>
          </p:grpSpPr>
          <p:sp>
            <p:nvSpPr>
              <p:cNvPr id="1539" name="Google Shape;1539;p39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540" name="Google Shape;1540;p39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541" name="Google Shape;1541;p39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5" name="CasellaDiTesto 14">
            <a:extLst>
              <a:ext uri="{FF2B5EF4-FFF2-40B4-BE49-F238E27FC236}">
                <a16:creationId xmlns="" xmlns:a16="http://schemas.microsoft.com/office/drawing/2014/main" id="{11D712EC-A1AD-5F4D-99CE-A5664862E934}"/>
              </a:ext>
            </a:extLst>
          </p:cNvPr>
          <p:cNvSpPr txBox="1"/>
          <p:nvPr/>
        </p:nvSpPr>
        <p:spPr>
          <a:xfrm>
            <a:off x="303586" y="1007108"/>
            <a:ext cx="8317900" cy="579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9700">
              <a:lnSpc>
                <a:spcPct val="115000"/>
              </a:lnSpc>
              <a:buClr>
                <a:schemeClr val="dk1"/>
              </a:buClr>
              <a:buSzPts val="1400"/>
            </a:pPr>
            <a:r>
              <a:rPr lang="it-IT" sz="14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&lt;#</a:t>
            </a:r>
            <a:r>
              <a:rPr lang="it-IT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criteri_valutazione.competenze_indicatori.competenza_indicatore(Competenza|Indicatore|Livello)(0.25|1.3|9.54|3.85|2.75|2.75|4.0)</a:t>
            </a:r>
            <a:r>
              <a:rPr lang="it-IT" sz="14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#&gt;</a:t>
            </a:r>
          </a:p>
        </p:txBody>
      </p:sp>
    </p:spTree>
    <p:extLst>
      <p:ext uri="{BB962C8B-B14F-4D97-AF65-F5344CB8AC3E}">
        <p14:creationId xmlns="" xmlns:p14="http://schemas.microsoft.com/office/powerpoint/2010/main" val="31140574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8" name="Google Shape;2218;p5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Autovalutazione</a:t>
            </a:r>
            <a:endParaRPr dirty="0"/>
          </a:p>
        </p:txBody>
      </p:sp>
      <p:sp>
        <p:nvSpPr>
          <p:cNvPr id="2221" name="Google Shape;2221;p58"/>
          <p:cNvSpPr txBox="1">
            <a:spLocks noGrp="1"/>
          </p:cNvSpPr>
          <p:nvPr>
            <p:ph type="subTitle" idx="3"/>
          </p:nvPr>
        </p:nvSpPr>
        <p:spPr>
          <a:xfrm>
            <a:off x="713225" y="2470068"/>
            <a:ext cx="4013154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Compilate il diario di autovalutazione</a:t>
            </a:r>
            <a:endParaRPr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xmlns="" id="{3D9662A9-DD99-4C4E-BE96-73EA82F993D0}"/>
              </a:ext>
            </a:extLst>
          </p:cNvPr>
          <p:cNvSpPr txBox="1"/>
          <p:nvPr/>
        </p:nvSpPr>
        <p:spPr>
          <a:xfrm>
            <a:off x="2799612" y="4657141"/>
            <a:ext cx="45677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&lt;#docente#&gt;</a:t>
            </a:r>
          </a:p>
        </p:txBody>
      </p:sp>
      <p:pic>
        <p:nvPicPr>
          <p:cNvPr id="2052" name="Picture 4" descr="C:\Users\Acer\Downloads\autoVal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52867" y="934501"/>
            <a:ext cx="3071133" cy="307113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8523839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0" name="Google Shape;1950;p49"/>
          <p:cNvSpPr txBox="1">
            <a:spLocks noGrp="1"/>
          </p:cNvSpPr>
          <p:nvPr>
            <p:ph type="title"/>
          </p:nvPr>
        </p:nvSpPr>
        <p:spPr>
          <a:xfrm>
            <a:off x="713225" y="2122600"/>
            <a:ext cx="7297500" cy="91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Grazie</a:t>
            </a:r>
            <a:r>
              <a:rPr lang="en" dirty="0"/>
              <a:t> </a:t>
            </a:r>
            <a:r>
              <a:rPr lang="en" dirty="0" err="1"/>
              <a:t>dell’attenzione</a:t>
            </a:r>
            <a:endParaRPr dirty="0"/>
          </a:p>
        </p:txBody>
      </p:sp>
      <p:grpSp>
        <p:nvGrpSpPr>
          <p:cNvPr id="1951" name="Google Shape;1951;p49"/>
          <p:cNvGrpSpPr/>
          <p:nvPr/>
        </p:nvGrpSpPr>
        <p:grpSpPr>
          <a:xfrm>
            <a:off x="-1238838" y="-2814271"/>
            <a:ext cx="6191222" cy="6569036"/>
            <a:chOff x="-1238838" y="-2814271"/>
            <a:chExt cx="6191222" cy="6569036"/>
          </a:xfrm>
        </p:grpSpPr>
        <p:pic>
          <p:nvPicPr>
            <p:cNvPr id="1952" name="Google Shape;1952;p49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 flipH="1">
              <a:off x="-860279" y="-1155525"/>
              <a:ext cx="3615750" cy="27596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953" name="Google Shape;1953;p49"/>
            <p:cNvGrpSpPr/>
            <p:nvPr/>
          </p:nvGrpSpPr>
          <p:grpSpPr>
            <a:xfrm>
              <a:off x="-1238838" y="-2814271"/>
              <a:ext cx="6191222" cy="6569036"/>
              <a:chOff x="-1238838" y="-2814271"/>
              <a:chExt cx="6191222" cy="6569036"/>
            </a:xfrm>
          </p:grpSpPr>
          <p:sp>
            <p:nvSpPr>
              <p:cNvPr id="1954" name="Google Shape;1954;p49"/>
              <p:cNvSpPr/>
              <p:nvPr/>
            </p:nvSpPr>
            <p:spPr>
              <a:xfrm rot="-2700000" flipH="1">
                <a:off x="-146394" y="-2093348"/>
                <a:ext cx="4006334" cy="4749375"/>
              </a:xfrm>
              <a:custGeom>
                <a:avLst/>
                <a:gdLst/>
                <a:ahLst/>
                <a:cxnLst/>
                <a:rect l="l" t="t" r="r" b="b"/>
                <a:pathLst>
                  <a:path w="97678" h="115794" extrusionOk="0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Google Shape;1955;p49"/>
              <p:cNvSpPr/>
              <p:nvPr/>
            </p:nvSpPr>
            <p:spPr>
              <a:xfrm rot="-2700000" flipH="1">
                <a:off x="-515017" y="-1565448"/>
                <a:ext cx="2925242" cy="3057723"/>
              </a:xfrm>
              <a:custGeom>
                <a:avLst/>
                <a:gdLst/>
                <a:ahLst/>
                <a:cxnLst/>
                <a:rect l="l" t="t" r="r" b="b"/>
                <a:pathLst>
                  <a:path w="71320" h="74550" extrusionOk="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Google Shape;1956;p49"/>
              <p:cNvSpPr/>
              <p:nvPr/>
            </p:nvSpPr>
            <p:spPr>
              <a:xfrm rot="-2700000" flipH="1">
                <a:off x="194575" y="-1729713"/>
                <a:ext cx="3153371" cy="5119296"/>
              </a:xfrm>
              <a:custGeom>
                <a:avLst/>
                <a:gdLst/>
                <a:ahLst/>
                <a:cxnLst/>
                <a:rect l="l" t="t" r="r" b="b"/>
                <a:pathLst>
                  <a:path w="76882" h="124813" extrusionOk="0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957" name="Google Shape;1957;p49"/>
              <p:cNvGrpSpPr/>
              <p:nvPr/>
            </p:nvGrpSpPr>
            <p:grpSpPr>
              <a:xfrm>
                <a:off x="3010374" y="1407525"/>
                <a:ext cx="196674" cy="196585"/>
                <a:chOff x="1101075" y="2142375"/>
                <a:chExt cx="439200" cy="439100"/>
              </a:xfrm>
            </p:grpSpPr>
            <p:sp>
              <p:nvSpPr>
                <p:cNvPr id="1958" name="Google Shape;1958;p49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59" name="Google Shape;1959;p49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960" name="Google Shape;1960;p49"/>
              <p:cNvGrpSpPr/>
              <p:nvPr/>
            </p:nvGrpSpPr>
            <p:grpSpPr>
              <a:xfrm>
                <a:off x="1890399" y="1114475"/>
                <a:ext cx="196674" cy="196585"/>
                <a:chOff x="1101075" y="2142375"/>
                <a:chExt cx="439200" cy="439100"/>
              </a:xfrm>
            </p:grpSpPr>
            <p:sp>
              <p:nvSpPr>
                <p:cNvPr id="1961" name="Google Shape;1961;p49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62" name="Google Shape;1962;p49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963" name="Google Shape;1963;p49"/>
              <p:cNvGrpSpPr/>
              <p:nvPr/>
            </p:nvGrpSpPr>
            <p:grpSpPr>
              <a:xfrm>
                <a:off x="2755474" y="1114475"/>
                <a:ext cx="196674" cy="196585"/>
                <a:chOff x="1101075" y="2142375"/>
                <a:chExt cx="439200" cy="439100"/>
              </a:xfrm>
            </p:grpSpPr>
            <p:sp>
              <p:nvSpPr>
                <p:cNvPr id="1964" name="Google Shape;1964;p49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65" name="Google Shape;1965;p49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966" name="Google Shape;1966;p49"/>
              <p:cNvGrpSpPr/>
              <p:nvPr/>
            </p:nvGrpSpPr>
            <p:grpSpPr>
              <a:xfrm>
                <a:off x="1290099" y="539500"/>
                <a:ext cx="196674" cy="196585"/>
                <a:chOff x="1101075" y="2142375"/>
                <a:chExt cx="439200" cy="439100"/>
              </a:xfrm>
            </p:grpSpPr>
            <p:sp>
              <p:nvSpPr>
                <p:cNvPr id="1967" name="Google Shape;1967;p49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68" name="Google Shape;1968;p49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969" name="Google Shape;1969;p49"/>
              <p:cNvGrpSpPr/>
              <p:nvPr/>
            </p:nvGrpSpPr>
            <p:grpSpPr>
              <a:xfrm>
                <a:off x="2022774" y="671500"/>
                <a:ext cx="196674" cy="196585"/>
                <a:chOff x="1101075" y="2142375"/>
                <a:chExt cx="439200" cy="439100"/>
              </a:xfrm>
            </p:grpSpPr>
            <p:sp>
              <p:nvSpPr>
                <p:cNvPr id="1970" name="Google Shape;1970;p49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71" name="Google Shape;1971;p49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972" name="Google Shape;1972;p49"/>
          <p:cNvGrpSpPr/>
          <p:nvPr/>
        </p:nvGrpSpPr>
        <p:grpSpPr>
          <a:xfrm>
            <a:off x="4571996" y="2268220"/>
            <a:ext cx="5022035" cy="4764449"/>
            <a:chOff x="4571996" y="2268220"/>
            <a:chExt cx="5022035" cy="4764449"/>
          </a:xfrm>
        </p:grpSpPr>
        <p:pic>
          <p:nvPicPr>
            <p:cNvPr id="1973" name="Google Shape;1973;p49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 flipH="1">
              <a:off x="5978271" y="3376950"/>
              <a:ext cx="3615750" cy="27596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974" name="Google Shape;1974;p49"/>
            <p:cNvGrpSpPr/>
            <p:nvPr/>
          </p:nvGrpSpPr>
          <p:grpSpPr>
            <a:xfrm rot="10800000">
              <a:off x="4571996" y="2268220"/>
              <a:ext cx="5022035" cy="4764449"/>
              <a:chOff x="-494406" y="-1584825"/>
              <a:chExt cx="4397193" cy="4171657"/>
            </a:xfrm>
          </p:grpSpPr>
          <p:grpSp>
            <p:nvGrpSpPr>
              <p:cNvPr id="1975" name="Google Shape;1975;p49"/>
              <p:cNvGrpSpPr/>
              <p:nvPr/>
            </p:nvGrpSpPr>
            <p:grpSpPr>
              <a:xfrm>
                <a:off x="245875" y="-51824"/>
                <a:ext cx="208200" cy="1824700"/>
                <a:chOff x="1040050" y="3812126"/>
                <a:chExt cx="208200" cy="1824700"/>
              </a:xfrm>
            </p:grpSpPr>
            <p:sp>
              <p:nvSpPr>
                <p:cNvPr id="1976" name="Google Shape;1976;p49"/>
                <p:cNvSpPr/>
                <p:nvPr/>
              </p:nvSpPr>
              <p:spPr>
                <a:xfrm>
                  <a:off x="1040050" y="3812126"/>
                  <a:ext cx="12550" cy="1824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6" h="27731" extrusionOk="0">
                      <a:moveTo>
                        <a:pt x="1" y="1"/>
                      </a:moveTo>
                      <a:lnTo>
                        <a:pt x="1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77" name="Google Shape;1977;p49"/>
                <p:cNvSpPr/>
                <p:nvPr/>
              </p:nvSpPr>
              <p:spPr>
                <a:xfrm>
                  <a:off x="1235741" y="3812126"/>
                  <a:ext cx="12509" cy="1824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5" h="27731" extrusionOk="0">
                      <a:moveTo>
                        <a:pt x="0" y="1"/>
                      </a:moveTo>
                      <a:lnTo>
                        <a:pt x="0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978" name="Google Shape;1978;p49"/>
              <p:cNvGrpSpPr/>
              <p:nvPr/>
            </p:nvGrpSpPr>
            <p:grpSpPr>
              <a:xfrm rot="-8100000">
                <a:off x="540898" y="-1172741"/>
                <a:ext cx="2552124" cy="3347490"/>
                <a:chOff x="2976325" y="908175"/>
                <a:chExt cx="4028179" cy="5283555"/>
              </a:xfrm>
            </p:grpSpPr>
            <p:sp>
              <p:nvSpPr>
                <p:cNvPr id="1979" name="Google Shape;1979;p49"/>
                <p:cNvSpPr/>
                <p:nvPr/>
              </p:nvSpPr>
              <p:spPr>
                <a:xfrm>
                  <a:off x="2976325" y="930036"/>
                  <a:ext cx="4006263" cy="47492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678" h="115794" extrusionOk="0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80" name="Google Shape;1980;p49"/>
                <p:cNvSpPr/>
                <p:nvPr/>
              </p:nvSpPr>
              <p:spPr>
                <a:xfrm>
                  <a:off x="3934943" y="908175"/>
                  <a:ext cx="2925190" cy="30576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320" h="74550" extrusionOk="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81" name="Google Shape;1981;p49"/>
                <p:cNvSpPr/>
                <p:nvPr/>
              </p:nvSpPr>
              <p:spPr>
                <a:xfrm>
                  <a:off x="3851189" y="1072525"/>
                  <a:ext cx="3153315" cy="51192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882" h="124813" extrusionOk="0">
                      <a:moveTo>
                        <a:pt x="76668" y="0"/>
                      </a:moveTo>
                      <a:lnTo>
                        <a:pt x="63260" y="13408"/>
                      </a:lnTo>
                      <a:cubicBezTo>
                        <a:pt x="62879" y="13789"/>
                        <a:pt x="62879" y="14398"/>
                        <a:pt x="63260" y="14779"/>
                      </a:cubicBezTo>
                      <a:lnTo>
                        <a:pt x="69857" y="21376"/>
                      </a:lnTo>
                      <a:cubicBezTo>
                        <a:pt x="70116" y="21620"/>
                        <a:pt x="70116" y="22046"/>
                        <a:pt x="69857" y="22305"/>
                      </a:cubicBezTo>
                      <a:lnTo>
                        <a:pt x="46546" y="45616"/>
                      </a:lnTo>
                      <a:cubicBezTo>
                        <a:pt x="46417" y="45738"/>
                        <a:pt x="46245" y="45799"/>
                        <a:pt x="46074" y="45799"/>
                      </a:cubicBezTo>
                      <a:cubicBezTo>
                        <a:pt x="45903" y="45799"/>
                        <a:pt x="45731" y="45738"/>
                        <a:pt x="45602" y="45616"/>
                      </a:cubicBezTo>
                      <a:lnTo>
                        <a:pt x="39020" y="39019"/>
                      </a:lnTo>
                      <a:cubicBezTo>
                        <a:pt x="38822" y="38836"/>
                        <a:pt x="38593" y="38745"/>
                        <a:pt x="38334" y="38745"/>
                      </a:cubicBezTo>
                      <a:cubicBezTo>
                        <a:pt x="38060" y="38745"/>
                        <a:pt x="37831" y="38836"/>
                        <a:pt x="37649" y="39019"/>
                      </a:cubicBezTo>
                      <a:lnTo>
                        <a:pt x="23357" y="53311"/>
                      </a:lnTo>
                      <a:cubicBezTo>
                        <a:pt x="22976" y="53691"/>
                        <a:pt x="22976" y="54301"/>
                        <a:pt x="23357" y="54682"/>
                      </a:cubicBezTo>
                      <a:lnTo>
                        <a:pt x="40833" y="72142"/>
                      </a:lnTo>
                      <a:cubicBezTo>
                        <a:pt x="40939" y="72279"/>
                        <a:pt x="41016" y="72432"/>
                        <a:pt x="41016" y="72614"/>
                      </a:cubicBezTo>
                      <a:cubicBezTo>
                        <a:pt x="41016" y="72812"/>
                        <a:pt x="40955" y="72965"/>
                        <a:pt x="40833" y="73102"/>
                      </a:cubicBezTo>
                      <a:lnTo>
                        <a:pt x="27090" y="86830"/>
                      </a:lnTo>
                      <a:cubicBezTo>
                        <a:pt x="26907" y="87028"/>
                        <a:pt x="26816" y="87256"/>
                        <a:pt x="26816" y="87515"/>
                      </a:cubicBezTo>
                      <a:lnTo>
                        <a:pt x="26816" y="96276"/>
                      </a:lnTo>
                      <a:cubicBezTo>
                        <a:pt x="26816" y="96459"/>
                        <a:pt x="26755" y="96611"/>
                        <a:pt x="26618" y="96748"/>
                      </a:cubicBezTo>
                      <a:lnTo>
                        <a:pt x="13225" y="110140"/>
                      </a:lnTo>
                      <a:cubicBezTo>
                        <a:pt x="13103" y="110270"/>
                        <a:pt x="12940" y="110335"/>
                        <a:pt x="12772" y="110335"/>
                      </a:cubicBezTo>
                      <a:cubicBezTo>
                        <a:pt x="12604" y="110335"/>
                        <a:pt x="12433" y="110270"/>
                        <a:pt x="12296" y="110140"/>
                      </a:cubicBezTo>
                      <a:lnTo>
                        <a:pt x="7618" y="105448"/>
                      </a:lnTo>
                      <a:cubicBezTo>
                        <a:pt x="7428" y="105257"/>
                        <a:pt x="7180" y="105162"/>
                        <a:pt x="6933" y="105162"/>
                      </a:cubicBezTo>
                      <a:cubicBezTo>
                        <a:pt x="6685" y="105162"/>
                        <a:pt x="6438" y="105257"/>
                        <a:pt x="6247" y="105448"/>
                      </a:cubicBezTo>
                      <a:lnTo>
                        <a:pt x="381" y="111314"/>
                      </a:lnTo>
                      <a:cubicBezTo>
                        <a:pt x="1" y="111695"/>
                        <a:pt x="1" y="112304"/>
                        <a:pt x="381" y="112685"/>
                      </a:cubicBezTo>
                      <a:lnTo>
                        <a:pt x="5059" y="117378"/>
                      </a:lnTo>
                      <a:cubicBezTo>
                        <a:pt x="5181" y="117515"/>
                        <a:pt x="5257" y="117667"/>
                        <a:pt x="5257" y="117850"/>
                      </a:cubicBezTo>
                      <a:cubicBezTo>
                        <a:pt x="5257" y="118048"/>
                        <a:pt x="5196" y="118200"/>
                        <a:pt x="5059" y="118322"/>
                      </a:cubicBezTo>
                      <a:lnTo>
                        <a:pt x="3231" y="120150"/>
                      </a:lnTo>
                      <a:cubicBezTo>
                        <a:pt x="2850" y="120531"/>
                        <a:pt x="2850" y="121141"/>
                        <a:pt x="3231" y="121522"/>
                      </a:cubicBezTo>
                      <a:lnTo>
                        <a:pt x="5059" y="123365"/>
                      </a:lnTo>
                      <a:cubicBezTo>
                        <a:pt x="5333" y="123609"/>
                        <a:pt x="5333" y="124020"/>
                        <a:pt x="5059" y="124295"/>
                      </a:cubicBezTo>
                      <a:cubicBezTo>
                        <a:pt x="4914" y="124432"/>
                        <a:pt x="4754" y="124489"/>
                        <a:pt x="4602" y="124489"/>
                      </a:cubicBezTo>
                      <a:cubicBezTo>
                        <a:pt x="4449" y="124489"/>
                        <a:pt x="4305" y="124432"/>
                        <a:pt x="4190" y="124340"/>
                      </a:cubicBezTo>
                      <a:cubicBezTo>
                        <a:pt x="3962" y="124173"/>
                        <a:pt x="3825" y="123838"/>
                        <a:pt x="4038" y="123487"/>
                      </a:cubicBezTo>
                      <a:lnTo>
                        <a:pt x="3764" y="123335"/>
                      </a:lnTo>
                      <a:lnTo>
                        <a:pt x="3764" y="123335"/>
                      </a:lnTo>
                      <a:cubicBezTo>
                        <a:pt x="3459" y="123838"/>
                        <a:pt x="3672" y="124356"/>
                        <a:pt x="3992" y="124599"/>
                      </a:cubicBezTo>
                      <a:cubicBezTo>
                        <a:pt x="4175" y="124736"/>
                        <a:pt x="4373" y="124813"/>
                        <a:pt x="4602" y="124813"/>
                      </a:cubicBezTo>
                      <a:cubicBezTo>
                        <a:pt x="4830" y="124813"/>
                        <a:pt x="5059" y="124736"/>
                        <a:pt x="5272" y="124477"/>
                      </a:cubicBezTo>
                      <a:cubicBezTo>
                        <a:pt x="5455" y="124295"/>
                        <a:pt x="5562" y="124066"/>
                        <a:pt x="5562" y="123792"/>
                      </a:cubicBezTo>
                      <a:cubicBezTo>
                        <a:pt x="5562" y="123533"/>
                        <a:pt x="5455" y="123304"/>
                        <a:pt x="5272" y="123106"/>
                      </a:cubicBezTo>
                      <a:lnTo>
                        <a:pt x="3444" y="121278"/>
                      </a:lnTo>
                      <a:cubicBezTo>
                        <a:pt x="3170" y="121034"/>
                        <a:pt x="3170" y="120623"/>
                        <a:pt x="3444" y="120349"/>
                      </a:cubicBezTo>
                      <a:lnTo>
                        <a:pt x="5272" y="118520"/>
                      </a:lnTo>
                      <a:cubicBezTo>
                        <a:pt x="5455" y="118337"/>
                        <a:pt x="5562" y="118094"/>
                        <a:pt x="5562" y="117835"/>
                      </a:cubicBezTo>
                      <a:cubicBezTo>
                        <a:pt x="5562" y="117576"/>
                        <a:pt x="5455" y="117332"/>
                        <a:pt x="5272" y="117149"/>
                      </a:cubicBezTo>
                      <a:lnTo>
                        <a:pt x="579" y="112456"/>
                      </a:lnTo>
                      <a:cubicBezTo>
                        <a:pt x="320" y="112213"/>
                        <a:pt x="320" y="111801"/>
                        <a:pt x="579" y="111527"/>
                      </a:cubicBezTo>
                      <a:lnTo>
                        <a:pt x="6445" y="105661"/>
                      </a:lnTo>
                      <a:cubicBezTo>
                        <a:pt x="6575" y="105532"/>
                        <a:pt x="6742" y="105467"/>
                        <a:pt x="6912" y="105467"/>
                      </a:cubicBezTo>
                      <a:cubicBezTo>
                        <a:pt x="7081" y="105467"/>
                        <a:pt x="7253" y="105532"/>
                        <a:pt x="7390" y="105661"/>
                      </a:cubicBezTo>
                      <a:lnTo>
                        <a:pt x="12067" y="110354"/>
                      </a:lnTo>
                      <a:cubicBezTo>
                        <a:pt x="12265" y="110537"/>
                        <a:pt x="12494" y="110643"/>
                        <a:pt x="12753" y="110643"/>
                      </a:cubicBezTo>
                      <a:cubicBezTo>
                        <a:pt x="13027" y="110643"/>
                        <a:pt x="13256" y="110537"/>
                        <a:pt x="13439" y="110354"/>
                      </a:cubicBezTo>
                      <a:lnTo>
                        <a:pt x="26831" y="96961"/>
                      </a:lnTo>
                      <a:cubicBezTo>
                        <a:pt x="27014" y="96779"/>
                        <a:pt x="27120" y="96550"/>
                        <a:pt x="27120" y="96276"/>
                      </a:cubicBezTo>
                      <a:lnTo>
                        <a:pt x="27120" y="87469"/>
                      </a:lnTo>
                      <a:cubicBezTo>
                        <a:pt x="27120" y="87287"/>
                        <a:pt x="27166" y="87134"/>
                        <a:pt x="27303" y="86997"/>
                      </a:cubicBezTo>
                      <a:lnTo>
                        <a:pt x="41031" y="73270"/>
                      </a:lnTo>
                      <a:cubicBezTo>
                        <a:pt x="41412" y="72889"/>
                        <a:pt x="41412" y="72279"/>
                        <a:pt x="41031" y="71898"/>
                      </a:cubicBezTo>
                      <a:lnTo>
                        <a:pt x="23571" y="54438"/>
                      </a:lnTo>
                      <a:cubicBezTo>
                        <a:pt x="23312" y="54194"/>
                        <a:pt x="23312" y="53768"/>
                        <a:pt x="23571" y="53509"/>
                      </a:cubicBezTo>
                      <a:lnTo>
                        <a:pt x="37862" y="39217"/>
                      </a:lnTo>
                      <a:cubicBezTo>
                        <a:pt x="37984" y="39095"/>
                        <a:pt x="38155" y="39035"/>
                        <a:pt x="38327" y="39035"/>
                      </a:cubicBezTo>
                      <a:cubicBezTo>
                        <a:pt x="38498" y="39035"/>
                        <a:pt x="38669" y="39095"/>
                        <a:pt x="38791" y="39217"/>
                      </a:cubicBezTo>
                      <a:lnTo>
                        <a:pt x="45373" y="45830"/>
                      </a:lnTo>
                      <a:cubicBezTo>
                        <a:pt x="45571" y="46013"/>
                        <a:pt x="45800" y="46119"/>
                        <a:pt x="46059" y="46119"/>
                      </a:cubicBezTo>
                      <a:cubicBezTo>
                        <a:pt x="46333" y="46119"/>
                        <a:pt x="46562" y="46013"/>
                        <a:pt x="46744" y="45830"/>
                      </a:cubicBezTo>
                      <a:lnTo>
                        <a:pt x="70055" y="22519"/>
                      </a:lnTo>
                      <a:cubicBezTo>
                        <a:pt x="70436" y="22138"/>
                        <a:pt x="70436" y="21528"/>
                        <a:pt x="70055" y="21148"/>
                      </a:cubicBezTo>
                      <a:lnTo>
                        <a:pt x="63473" y="14550"/>
                      </a:lnTo>
                      <a:cubicBezTo>
                        <a:pt x="63199" y="14307"/>
                        <a:pt x="63199" y="13895"/>
                        <a:pt x="63473" y="13621"/>
                      </a:cubicBezTo>
                      <a:lnTo>
                        <a:pt x="76881" y="213"/>
                      </a:lnTo>
                      <a:lnTo>
                        <a:pt x="76668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982" name="Google Shape;1982;p49"/>
              <p:cNvGrpSpPr/>
              <p:nvPr/>
            </p:nvGrpSpPr>
            <p:grpSpPr>
              <a:xfrm>
                <a:off x="-1" y="621223"/>
                <a:ext cx="699940" cy="478601"/>
                <a:chOff x="39722" y="4349021"/>
                <a:chExt cx="1061964" cy="726143"/>
              </a:xfrm>
            </p:grpSpPr>
            <p:grpSp>
              <p:nvGrpSpPr>
                <p:cNvPr id="1983" name="Google Shape;1983;p49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1984" name="Google Shape;1984;p49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902" h="35337" extrusionOk="0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1985" name="Google Shape;1985;p49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1986" name="Google Shape;1986;p49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987" name="Google Shape;1987;p49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988" name="Google Shape;1988;p49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989" name="Google Shape;1989;p49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990" name="Google Shape;1990;p49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  <p:sp>
              <p:nvSpPr>
                <p:cNvPr id="1991" name="Google Shape;1991;p49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612" h="35440" extrusionOk="0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992" name="Google Shape;1992;p49"/>
              <p:cNvGrpSpPr/>
              <p:nvPr/>
            </p:nvGrpSpPr>
            <p:grpSpPr>
              <a:xfrm>
                <a:off x="955673" y="11"/>
                <a:ext cx="592576" cy="405260"/>
                <a:chOff x="39722" y="4349021"/>
                <a:chExt cx="1061964" cy="726143"/>
              </a:xfrm>
            </p:grpSpPr>
            <p:grpSp>
              <p:nvGrpSpPr>
                <p:cNvPr id="1993" name="Google Shape;1993;p49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1994" name="Google Shape;1994;p49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902" h="35337" extrusionOk="0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1995" name="Google Shape;1995;p49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1996" name="Google Shape;1996;p49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997" name="Google Shape;1997;p49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998" name="Google Shape;1998;p49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999" name="Google Shape;1999;p49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000" name="Google Shape;2000;p49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  <p:sp>
              <p:nvSpPr>
                <p:cNvPr id="2001" name="Google Shape;2001;p49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612" h="35440" extrusionOk="0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002" name="Google Shape;2002;p49"/>
              <p:cNvGrpSpPr/>
              <p:nvPr/>
            </p:nvGrpSpPr>
            <p:grpSpPr>
              <a:xfrm>
                <a:off x="441574" y="-36652"/>
                <a:ext cx="699940" cy="478601"/>
                <a:chOff x="39722" y="4349021"/>
                <a:chExt cx="1061964" cy="726143"/>
              </a:xfrm>
            </p:grpSpPr>
            <p:grpSp>
              <p:nvGrpSpPr>
                <p:cNvPr id="2003" name="Google Shape;2003;p49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2004" name="Google Shape;2004;p49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902" h="35337" extrusionOk="0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2005" name="Google Shape;2005;p49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2006" name="Google Shape;2006;p49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007" name="Google Shape;2007;p49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008" name="Google Shape;2008;p49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009" name="Google Shape;2009;p49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010" name="Google Shape;2010;p49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  <p:sp>
              <p:nvSpPr>
                <p:cNvPr id="2011" name="Google Shape;2011;p49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612" h="35440" extrusionOk="0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012" name="Google Shape;2012;p49"/>
              <p:cNvGrpSpPr/>
              <p:nvPr/>
            </p:nvGrpSpPr>
            <p:grpSpPr>
              <a:xfrm>
                <a:off x="-494406" y="-252396"/>
                <a:ext cx="1741563" cy="1288563"/>
                <a:chOff x="-494406" y="-252396"/>
                <a:chExt cx="1741563" cy="1288563"/>
              </a:xfrm>
            </p:grpSpPr>
            <p:sp>
              <p:nvSpPr>
                <p:cNvPr id="2013" name="Google Shape;2013;p49"/>
                <p:cNvSpPr/>
                <p:nvPr/>
              </p:nvSpPr>
              <p:spPr>
                <a:xfrm rot="2700000">
                  <a:off x="137431" y="-53821"/>
                  <a:ext cx="930891" cy="8914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14" name="Google Shape;2014;p49"/>
                <p:cNvSpPr/>
                <p:nvPr/>
              </p:nvSpPr>
              <p:spPr>
                <a:xfrm rot="2700000">
                  <a:off x="-315569" y="-53821"/>
                  <a:ext cx="930891" cy="8914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015" name="Google Shape;2015;p49"/>
            <p:cNvGrpSpPr/>
            <p:nvPr/>
          </p:nvGrpSpPr>
          <p:grpSpPr>
            <a:xfrm>
              <a:off x="5643425" y="4968525"/>
              <a:ext cx="439200" cy="439100"/>
              <a:chOff x="1101075" y="2142375"/>
              <a:chExt cx="439200" cy="439100"/>
            </a:xfrm>
          </p:grpSpPr>
          <p:sp>
            <p:nvSpPr>
              <p:cNvPr id="2016" name="Google Shape;2016;p49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Google Shape;2017;p49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70" name="CasellaDiTesto 69">
            <a:extLst>
              <a:ext uri="{FF2B5EF4-FFF2-40B4-BE49-F238E27FC236}">
                <a16:creationId xmlns="" xmlns:a16="http://schemas.microsoft.com/office/drawing/2014/main" id="{57F97D3C-F768-4F44-88E7-26158C7E6C80}"/>
              </a:ext>
            </a:extLst>
          </p:cNvPr>
          <p:cNvSpPr txBox="1"/>
          <p:nvPr/>
        </p:nvSpPr>
        <p:spPr>
          <a:xfrm>
            <a:off x="2284285" y="4657141"/>
            <a:ext cx="506321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&lt;#docente#&gt;</a:t>
            </a:r>
          </a:p>
        </p:txBody>
      </p:sp>
    </p:spTree>
    <p:extLst>
      <p:ext uri="{BB962C8B-B14F-4D97-AF65-F5344CB8AC3E}">
        <p14:creationId xmlns="" xmlns:p14="http://schemas.microsoft.com/office/powerpoint/2010/main" val="1004947178"/>
      </p:ext>
    </p:extLst>
  </p:cSld>
  <p:clrMapOvr>
    <a:masterClrMapping/>
  </p:clrMapOvr>
</p:sld>
</file>

<file path=ppt/theme/theme1.xml><?xml version="1.0" encoding="utf-8"?>
<a:theme xmlns:a="http://schemas.openxmlformats.org/drawingml/2006/main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2758</TotalTime>
  <Words>377</Words>
  <Application>Microsoft Macintosh PowerPoint</Application>
  <PresentationFormat>Presentazione su schermo (16:9)</PresentationFormat>
  <Paragraphs>123</Paragraphs>
  <Slides>23</Slides>
  <Notes>23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23</vt:i4>
      </vt:variant>
    </vt:vector>
  </HeadingPairs>
  <TitlesOfParts>
    <vt:vector size="30" baseType="lpstr">
      <vt:lpstr>Arial</vt:lpstr>
      <vt:lpstr>Poppins</vt:lpstr>
      <vt:lpstr>IBM Plex Mono</vt:lpstr>
      <vt:lpstr>Source Code Pro</vt:lpstr>
      <vt:lpstr>Tahoma</vt:lpstr>
      <vt:lpstr>Open Sans</vt:lpstr>
      <vt:lpstr>Introduction to Coding Workshop by Slidesgo</vt:lpstr>
      <vt:lpstr>&lt;#titolo_lezione#&gt;</vt:lpstr>
      <vt:lpstr>Agenda</vt:lpstr>
      <vt:lpstr>01 </vt:lpstr>
      <vt:lpstr>Destinatari</vt:lpstr>
      <vt:lpstr>Prerequisiti</vt:lpstr>
      <vt:lpstr>Obiettivi formativi</vt:lpstr>
      <vt:lpstr>Obiettivi di apprendimento</vt:lpstr>
      <vt:lpstr>Competenze chiave per l’apprendimento permanente</vt:lpstr>
      <vt:lpstr>02</vt:lpstr>
      <vt:lpstr>Metodo</vt:lpstr>
      <vt:lpstr>Metodo</vt:lpstr>
      <vt:lpstr>Diapositiva 12</vt:lpstr>
      <vt:lpstr>Diapositiva 13</vt:lpstr>
      <vt:lpstr>Obiettivi della lezione</vt:lpstr>
      <vt:lpstr>Diapositiva 15</vt:lpstr>
      <vt:lpstr>Diapositiva 16</vt:lpstr>
      <vt:lpstr>03</vt:lpstr>
      <vt:lpstr>Diapositiva 18</vt:lpstr>
      <vt:lpstr>Fase 3: Verifica degli obiettivi</vt:lpstr>
      <vt:lpstr>Fase 3: Verifica</vt:lpstr>
      <vt:lpstr>Griglia valutativa</vt:lpstr>
      <vt:lpstr>Autovalutazione</vt:lpstr>
      <vt:lpstr>Grazie dell’attenzione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&lt;#titolo#&gt;</dc:title>
  <cp:lastModifiedBy>Acer</cp:lastModifiedBy>
  <cp:revision>183</cp:revision>
  <dcterms:modified xsi:type="dcterms:W3CDTF">2025-08-27T14:57:19Z</dcterms:modified>
</cp:coreProperties>
</file>