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"/>
  </p:notesMasterIdLst>
  <p:sldIdLst>
    <p:sldId id="321" r:id="rId2"/>
  </p:sldIdLst>
  <p:sldSz cx="9144000" cy="5143500" type="screen16x9"/>
  <p:notesSz cx="6858000" cy="9144000"/>
  <p:embeddedFontLst>
    <p:embeddedFont>
      <p:font typeface="IBM Plex Mono" panose="020B0509050203000203" pitchFamily="49" charset="77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Poppi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6418"/>
  </p:normalViewPr>
  <p:slideViewPr>
    <p:cSldViewPr snapToGrid="0" snapToObjects="1">
      <p:cViewPr varScale="1">
        <p:scale>
          <a:sx n="143" d="100"/>
          <a:sy n="143" d="100"/>
        </p:scale>
        <p:origin x="208" y="2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02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842;p46">
            <a:extLst>
              <a:ext uri="{FF2B5EF4-FFF2-40B4-BE49-F238E27FC236}">
                <a16:creationId xmlns:a16="http://schemas.microsoft.com/office/drawing/2014/main" id="{2D650376-B8C4-444D-B305-F6037199A00F}"/>
              </a:ext>
            </a:extLst>
          </p:cNvPr>
          <p:cNvSpPr txBox="1">
            <a:spLocks/>
          </p:cNvSpPr>
          <p:nvPr/>
        </p:nvSpPr>
        <p:spPr>
          <a:xfrm>
            <a:off x="720000" y="305041"/>
            <a:ext cx="6439625" cy="583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 i="0" u="none" strike="noStrike" cap="non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rPr lang="it-IT" dirty="0"/>
              <a:t>RIEPILOGO ATTIVITÀ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5AFB7E8-CAC4-B04F-943E-1D021706CB1C}"/>
              </a:ext>
            </a:extLst>
          </p:cNvPr>
          <p:cNvSpPr txBox="1"/>
          <p:nvPr/>
        </p:nvSpPr>
        <p:spPr>
          <a:xfrm>
            <a:off x="406098" y="769595"/>
            <a:ext cx="8217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defRPr/>
            </a:pPr>
            <a:r>
              <a:rPr lang="it-IT" dirty="0">
                <a:solidFill>
                  <a:sysClr val="windowText" lastClr="000000"/>
                </a:solidFill>
              </a:rPr>
              <a:t>&lt;#lista_attivita</a:t>
            </a:r>
            <a:r>
              <a:rPr lang="it-IT" dirty="0"/>
              <a:t>(</a:t>
            </a:r>
            <a:r>
              <a:rPr lang="it-IT" dirty="0" err="1"/>
              <a:t>Attività|Durata</a:t>
            </a:r>
            <a:r>
              <a:rPr lang="it-IT" dirty="0"/>
              <a:t>/</a:t>
            </a:r>
            <a:r>
              <a:rPr lang="it-IT" dirty="0" err="1"/>
              <a:t>Setting|Adattamento</a:t>
            </a:r>
            <a:r>
              <a:rPr lang="it-IT"/>
              <a:t> BES)(</a:t>
            </a:r>
            <a:r>
              <a:rPr lang="it-IT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0.25|1.3|9.54|3.85|2.75|2.75|4.0</a:t>
            </a:r>
            <a:r>
              <a:rPr lang="it-IT"/>
              <a:t>)</a:t>
            </a:r>
            <a:r>
              <a:rPr lang="it-IT">
                <a:solidFill>
                  <a:sysClr val="windowText" lastClr="000000"/>
                </a:solidFill>
              </a:rPr>
              <a:t>#&gt;</a:t>
            </a:r>
            <a:endParaRPr lang="it-IT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273104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18</Words>
  <Application>Microsoft Macintosh PowerPoint</Application>
  <PresentationFormat>Presentazione su schermo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Open Sans</vt:lpstr>
      <vt:lpstr>IBM Plex Mono</vt:lpstr>
      <vt:lpstr>Arial</vt:lpstr>
      <vt:lpstr>Poppins</vt:lpstr>
      <vt:lpstr>Introduction to Coding Workshop by Slidesgo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Microsoft Office User</cp:lastModifiedBy>
  <cp:revision>173</cp:revision>
  <dcterms:modified xsi:type="dcterms:W3CDTF">2025-02-10T18:03:31Z</dcterms:modified>
</cp:coreProperties>
</file>