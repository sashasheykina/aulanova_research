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"/>
  </p:notesMasterIdLst>
  <p:sldIdLst>
    <p:sldId id="310" r:id="rId2"/>
    <p:sldId id="311" r:id="rId3"/>
  </p:sldIdLst>
  <p:sldSz cx="9144000" cy="5143500" type="screen16x9"/>
  <p:notesSz cx="6858000" cy="9144000"/>
  <p:embeddedFontLst>
    <p:embeddedFont>
      <p:font typeface="Poppins" charset="0"/>
      <p:regular r:id="rId5"/>
      <p:bold r:id="rId6"/>
      <p:italic r:id="rId7"/>
      <p:boldItalic r:id="rId8"/>
    </p:embeddedFont>
    <p:embeddedFont>
      <p:font typeface="Open Sans" pitchFamily="34" charset="0"/>
      <p:regular r:id="rId9"/>
      <p:bold r:id="rId10"/>
      <p:italic r:id="rId11"/>
      <p:boldItalic r:id="rId12"/>
    </p:embeddedFont>
    <p:embeddedFont>
      <p:font typeface="IBM Plex Mono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54" autoAdjust="0"/>
    <p:restoredTop sz="86351"/>
  </p:normalViewPr>
  <p:slideViewPr>
    <p:cSldViewPr snapToGrid="0" snapToObjects="1">
      <p:cViewPr varScale="1">
        <p:scale>
          <a:sx n="82" d="100"/>
          <a:sy n="82" d="100"/>
        </p:scale>
        <p:origin x="-756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60795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85481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/>
              <a:t>{##</a:t>
            </a:r>
            <a:r>
              <a:rPr lang="it-IT" smtClean="0"/>
              <a:t>fasi.0.lista_attivita</a:t>
            </a:r>
            <a:r>
              <a:rPr lang="it-IT" dirty="0"/>
              <a:t>##}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4000" dirty="0"/>
              <a:t>&lt;#$$</a:t>
            </a:r>
            <a:r>
              <a:rPr lang="it-IT" sz="4000" dirty="0" err="1"/>
              <a:t>LISTA.attivita</a:t>
            </a:r>
            <a:r>
              <a:rPr lang="it-IT" sz="4000" dirty="0"/>
              <a:t>#&gt;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</a:t>
            </a: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48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 dirty="0"/>
              <a:t>{#</a:t>
            </a:r>
            <a:r>
              <a:rPr lang="it-IT" dirty="0" err="1"/>
              <a:t>sub_attivita</a:t>
            </a:r>
            <a:r>
              <a:rPr lang="it-IT" dirty="0"/>
              <a:t>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dirty="0"/>
              <a:t>&lt;#$$</a:t>
            </a:r>
            <a:r>
              <a:rPr lang="it-IT" sz="2800" dirty="0" err="1"/>
              <a:t>LISTA.sub_att</a:t>
            </a:r>
            <a:r>
              <a:rPr lang="it-IT" sz="2800" dirty="0"/>
              <a:t>#&gt;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</a:t>
            </a: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LISTA.esposizione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</a:p>
        </p:txBody>
      </p:sp>
    </p:spTree>
    <p:extLst>
      <p:ext uri="{BB962C8B-B14F-4D97-AF65-F5344CB8AC3E}">
        <p14:creationId xmlns="" xmlns:p14="http://schemas.microsoft.com/office/powerpoint/2010/main" val="2945712440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33</Words>
  <Application>Microsoft Macintosh PowerPoint</Application>
  <PresentationFormat>Presentazione su schermo (16:9)</PresentationFormat>
  <Paragraphs>11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Poppins</vt:lpstr>
      <vt:lpstr>Open Sans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181</cp:revision>
  <dcterms:modified xsi:type="dcterms:W3CDTF">2025-06-12T10:40:33Z</dcterms:modified>
</cp:coreProperties>
</file>